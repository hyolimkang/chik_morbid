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67" r:id="rId2"/>
    <p:sldId id="290" r:id="rId3"/>
    <p:sldId id="291" r:id="rId4"/>
    <p:sldId id="268" r:id="rId5"/>
    <p:sldId id="269" r:id="rId6"/>
    <p:sldId id="270" r:id="rId7"/>
    <p:sldId id="287" r:id="rId8"/>
    <p:sldId id="288" r:id="rId9"/>
    <p:sldId id="289" r:id="rId10"/>
    <p:sldId id="271" r:id="rId11"/>
    <p:sldId id="272" r:id="rId12"/>
    <p:sldId id="273" r:id="rId13"/>
    <p:sldId id="274" r:id="rId14"/>
    <p:sldId id="276" r:id="rId15"/>
    <p:sldId id="278" r:id="rId16"/>
    <p:sldId id="277" r:id="rId17"/>
    <p:sldId id="28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96" r:id="rId28"/>
    <p:sldId id="306" r:id="rId29"/>
    <p:sldId id="307" r:id="rId30"/>
    <p:sldId id="304" r:id="rId31"/>
    <p:sldId id="303" r:id="rId32"/>
    <p:sldId id="294" r:id="rId33"/>
    <p:sldId id="292" r:id="rId34"/>
    <p:sldId id="293" r:id="rId35"/>
    <p:sldId id="301" r:id="rId36"/>
    <p:sldId id="302" r:id="rId37"/>
    <p:sldId id="299" r:id="rId38"/>
    <p:sldId id="305" r:id="rId39"/>
    <p:sldId id="317" r:id="rId40"/>
    <p:sldId id="308" r:id="rId41"/>
    <p:sldId id="309" r:id="rId42"/>
    <p:sldId id="313" r:id="rId43"/>
    <p:sldId id="312" r:id="rId44"/>
    <p:sldId id="316" r:id="rId45"/>
    <p:sldId id="314" r:id="rId46"/>
    <p:sldId id="315" r:id="rId47"/>
    <p:sldId id="310" r:id="rId48"/>
    <p:sldId id="318" r:id="rId49"/>
    <p:sldId id="31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7CE"/>
    <a:srgbClr val="F9A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6E6EC4-24A6-4210-8EDE-8CFBDD2F72FA}" v="176" dt="2026-10-09T04:09:40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　HYO　LIM" userId="803037b5-35c6-4444-899a-9efafa1e9058" providerId="ADAL" clId="{C74645B2-B756-4BD0-8063-B3421C222799}"/>
    <pc:docChg chg="undo custSel addSld delSld modSld sldOrd">
      <pc:chgData name="KANG　HYO　LIM" userId="803037b5-35c6-4444-899a-9efafa1e9058" providerId="ADAL" clId="{C74645B2-B756-4BD0-8063-B3421C222799}" dt="2026-10-09T04:10:08.753" v="5739" actId="20577"/>
      <pc:docMkLst>
        <pc:docMk/>
      </pc:docMkLst>
      <pc:sldChg chg="addSp delSp modSp mod">
        <pc:chgData name="KANG　HYO　LIM" userId="803037b5-35c6-4444-899a-9efafa1e9058" providerId="ADAL" clId="{C74645B2-B756-4BD0-8063-B3421C222799}" dt="2026-09-21T09:46:34.415" v="1641" actId="1076"/>
        <pc:sldMkLst>
          <pc:docMk/>
          <pc:sldMk cId="1872440350" sldId="292"/>
        </pc:sldMkLst>
        <pc:spChg chg="add mod">
          <ac:chgData name="KANG　HYO　LIM" userId="803037b5-35c6-4444-899a-9efafa1e9058" providerId="ADAL" clId="{C74645B2-B756-4BD0-8063-B3421C222799}" dt="2026-09-21T09:46:34.415" v="1641" actId="1076"/>
          <ac:spMkLst>
            <pc:docMk/>
            <pc:sldMk cId="1872440350" sldId="292"/>
            <ac:spMk id="3" creationId="{C904CF15-28A8-2C97-84EC-2B18E94ECC11}"/>
          </ac:spMkLst>
        </pc:spChg>
        <pc:picChg chg="add mod">
          <ac:chgData name="KANG　HYO　LIM" userId="803037b5-35c6-4444-899a-9efafa1e9058" providerId="ADAL" clId="{C74645B2-B756-4BD0-8063-B3421C222799}" dt="2026-09-21T09:31:12.124" v="1090" actId="1076"/>
          <ac:picMkLst>
            <pc:docMk/>
            <pc:sldMk cId="1872440350" sldId="292"/>
            <ac:picMk id="4" creationId="{7B135A2B-B68F-8880-FDA8-173D5C1538FB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9-17T07:28:39.492" v="513" actId="1076"/>
        <pc:sldMkLst>
          <pc:docMk/>
          <pc:sldMk cId="2526391908" sldId="293"/>
        </pc:sldMkLst>
        <pc:picChg chg="add mod">
          <ac:chgData name="KANG　HYO　LIM" userId="803037b5-35c6-4444-899a-9efafa1e9058" providerId="ADAL" clId="{C74645B2-B756-4BD0-8063-B3421C222799}" dt="2026-09-17T07:28:39.492" v="513" actId="1076"/>
          <ac:picMkLst>
            <pc:docMk/>
            <pc:sldMk cId="2526391908" sldId="293"/>
            <ac:picMk id="4" creationId="{EE32C815-A43F-54C4-CCE2-A497B92D4165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9-21T09:46:27.886" v="1640" actId="14100"/>
        <pc:sldMkLst>
          <pc:docMk/>
          <pc:sldMk cId="3387397688" sldId="294"/>
        </pc:sldMkLst>
        <pc:spChg chg="add mod">
          <ac:chgData name="KANG　HYO　LIM" userId="803037b5-35c6-4444-899a-9efafa1e9058" providerId="ADAL" clId="{C74645B2-B756-4BD0-8063-B3421C222799}" dt="2026-09-21T09:46:27.886" v="1640" actId="14100"/>
          <ac:spMkLst>
            <pc:docMk/>
            <pc:sldMk cId="3387397688" sldId="294"/>
            <ac:spMk id="3" creationId="{C46E4AA4-4E15-5C6F-DF10-F190376628E9}"/>
          </ac:spMkLst>
        </pc:spChg>
        <pc:picChg chg="add mod">
          <ac:chgData name="KANG　HYO　LIM" userId="803037b5-35c6-4444-899a-9efafa1e9058" providerId="ADAL" clId="{C74645B2-B756-4BD0-8063-B3421C222799}" dt="2026-09-21T09:46:24.921" v="1639" actId="1076"/>
          <ac:picMkLst>
            <pc:docMk/>
            <pc:sldMk cId="3387397688" sldId="294"/>
            <ac:picMk id="4" creationId="{2B21ECD9-30C0-C107-470C-33752E1C8B22}"/>
          </ac:picMkLst>
        </pc:picChg>
      </pc:sldChg>
      <pc:sldChg chg="addSp modSp new mod">
        <pc:chgData name="KANG　HYO　LIM" userId="803037b5-35c6-4444-899a-9efafa1e9058" providerId="ADAL" clId="{C74645B2-B756-4BD0-8063-B3421C222799}" dt="2026-09-16T06:52:16.856" v="187" actId="20577"/>
        <pc:sldMkLst>
          <pc:docMk/>
          <pc:sldMk cId="1888617689" sldId="296"/>
        </pc:sldMkLst>
        <pc:spChg chg="add mod">
          <ac:chgData name="KANG　HYO　LIM" userId="803037b5-35c6-4444-899a-9efafa1e9058" providerId="ADAL" clId="{C74645B2-B756-4BD0-8063-B3421C222799}" dt="2026-09-16T06:52:16.856" v="187" actId="20577"/>
          <ac:spMkLst>
            <pc:docMk/>
            <pc:sldMk cId="1888617689" sldId="296"/>
            <ac:spMk id="2" creationId="{D9F0FEBB-1FBE-A5CF-2F75-B6916B3582A6}"/>
          </ac:spMkLst>
        </pc:spChg>
      </pc:sldChg>
      <pc:sldChg chg="addSp modSp new mod">
        <pc:chgData name="KANG　HYO　LIM" userId="803037b5-35c6-4444-899a-9efafa1e9058" providerId="ADAL" clId="{C74645B2-B756-4BD0-8063-B3421C222799}" dt="2026-09-17T06:56:58.209" v="497" actId="20577"/>
        <pc:sldMkLst>
          <pc:docMk/>
          <pc:sldMk cId="450734873" sldId="299"/>
        </pc:sldMkLst>
        <pc:spChg chg="add mod">
          <ac:chgData name="KANG　HYO　LIM" userId="803037b5-35c6-4444-899a-9efafa1e9058" providerId="ADAL" clId="{C74645B2-B756-4BD0-8063-B3421C222799}" dt="2026-09-17T06:56:58.209" v="497" actId="20577"/>
          <ac:spMkLst>
            <pc:docMk/>
            <pc:sldMk cId="450734873" sldId="299"/>
            <ac:spMk id="2" creationId="{5AF148BD-6F68-EC62-DB25-D52D3DD3496D}"/>
          </ac:spMkLst>
        </pc:spChg>
      </pc:sldChg>
      <pc:sldChg chg="addSp delSp modSp new mod">
        <pc:chgData name="KANG　HYO　LIM" userId="803037b5-35c6-4444-899a-9efafa1e9058" providerId="ADAL" clId="{C74645B2-B756-4BD0-8063-B3421C222799}" dt="2026-09-17T06:23:34.252" v="273" actId="14100"/>
        <pc:sldMkLst>
          <pc:docMk/>
          <pc:sldMk cId="884488884" sldId="301"/>
        </pc:sldMkLst>
        <pc:picChg chg="add mod">
          <ac:chgData name="KANG　HYO　LIM" userId="803037b5-35c6-4444-899a-9efafa1e9058" providerId="ADAL" clId="{C74645B2-B756-4BD0-8063-B3421C222799}" dt="2026-09-17T06:23:34.252" v="273" actId="14100"/>
          <ac:picMkLst>
            <pc:docMk/>
            <pc:sldMk cId="884488884" sldId="301"/>
            <ac:picMk id="5" creationId="{65E03FC4-66F1-182E-B134-70A9572B28B6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9-17T06:55:07.927" v="287" actId="1076"/>
        <pc:sldMkLst>
          <pc:docMk/>
          <pc:sldMk cId="1213292170" sldId="302"/>
        </pc:sldMkLst>
        <pc:picChg chg="add mod">
          <ac:chgData name="KANG　HYO　LIM" userId="803037b5-35c6-4444-899a-9efafa1e9058" providerId="ADAL" clId="{C74645B2-B756-4BD0-8063-B3421C222799}" dt="2026-09-17T06:55:07.927" v="287" actId="1076"/>
          <ac:picMkLst>
            <pc:docMk/>
            <pc:sldMk cId="1213292170" sldId="302"/>
            <ac:picMk id="5" creationId="{DFF7C19F-7F45-4ABC-71EC-CAC52116DF57}"/>
          </ac:picMkLst>
        </pc:picChg>
      </pc:sldChg>
      <pc:sldChg chg="addSp modSp new mod">
        <pc:chgData name="KANG　HYO　LIM" userId="803037b5-35c6-4444-899a-9efafa1e9058" providerId="ADAL" clId="{C74645B2-B756-4BD0-8063-B3421C222799}" dt="2026-09-21T09:47:49.967" v="1642" actId="1076"/>
        <pc:sldMkLst>
          <pc:docMk/>
          <pc:sldMk cId="3475575574" sldId="303"/>
        </pc:sldMkLst>
        <pc:spChg chg="add mod">
          <ac:chgData name="KANG　HYO　LIM" userId="803037b5-35c6-4444-899a-9efafa1e9058" providerId="ADAL" clId="{C74645B2-B756-4BD0-8063-B3421C222799}" dt="2026-09-21T09:47:49.967" v="1642" actId="1076"/>
          <ac:spMkLst>
            <pc:docMk/>
            <pc:sldMk cId="3475575574" sldId="303"/>
            <ac:spMk id="4" creationId="{CFC21EC8-F9AF-A179-5784-EDE954A990B6}"/>
          </ac:spMkLst>
        </pc:spChg>
        <pc:graphicFrameChg chg="add mod modGraphic">
          <ac:chgData name="KANG　HYO　LIM" userId="803037b5-35c6-4444-899a-9efafa1e9058" providerId="ADAL" clId="{C74645B2-B756-4BD0-8063-B3421C222799}" dt="2026-09-21T00:04:56.672" v="547" actId="2711"/>
          <ac:graphicFrameMkLst>
            <pc:docMk/>
            <pc:sldMk cId="3475575574" sldId="303"/>
            <ac:graphicFrameMk id="2" creationId="{C4DC2A25-5F41-7844-2B87-B35FF92F7FFE}"/>
          </ac:graphicFrameMkLst>
        </pc:graphicFrameChg>
      </pc:sldChg>
      <pc:sldChg chg="addSp modSp new mod">
        <pc:chgData name="KANG　HYO　LIM" userId="803037b5-35c6-4444-899a-9efafa1e9058" providerId="ADAL" clId="{C74645B2-B756-4BD0-8063-B3421C222799}" dt="2026-09-21T09:37:13.217" v="1499" actId="113"/>
        <pc:sldMkLst>
          <pc:docMk/>
          <pc:sldMk cId="3406322754" sldId="304"/>
        </pc:sldMkLst>
        <pc:spChg chg="add mod">
          <ac:chgData name="KANG　HYO　LIM" userId="803037b5-35c6-4444-899a-9efafa1e9058" providerId="ADAL" clId="{C74645B2-B756-4BD0-8063-B3421C222799}" dt="2026-09-21T09:37:13.217" v="1499" actId="113"/>
          <ac:spMkLst>
            <pc:docMk/>
            <pc:sldMk cId="3406322754" sldId="304"/>
            <ac:spMk id="3" creationId="{7A068090-4695-CFDA-92F3-F832652BE458}"/>
          </ac:spMkLst>
        </pc:spChg>
      </pc:sldChg>
      <pc:sldChg chg="addSp modSp new mod">
        <pc:chgData name="KANG　HYO　LIM" userId="803037b5-35c6-4444-899a-9efafa1e9058" providerId="ADAL" clId="{C74645B2-B756-4BD0-8063-B3421C222799}" dt="2026-09-21T09:38:37.484" v="1634" actId="1076"/>
        <pc:sldMkLst>
          <pc:docMk/>
          <pc:sldMk cId="4270149033" sldId="305"/>
        </pc:sldMkLst>
        <pc:spChg chg="add mod">
          <ac:chgData name="KANG　HYO　LIM" userId="803037b5-35c6-4444-899a-9efafa1e9058" providerId="ADAL" clId="{C74645B2-B756-4BD0-8063-B3421C222799}" dt="2026-09-21T09:38:37.484" v="1634" actId="1076"/>
          <ac:spMkLst>
            <pc:docMk/>
            <pc:sldMk cId="4270149033" sldId="305"/>
            <ac:spMk id="3" creationId="{10231ABE-A338-6D9F-EA4D-66FDD5BDFB06}"/>
          </ac:spMkLst>
        </pc:spChg>
      </pc:sldChg>
      <pc:sldChg chg="addSp delSp modSp new mod">
        <pc:chgData name="KANG　HYO　LIM" userId="803037b5-35c6-4444-899a-9efafa1e9058" providerId="ADAL" clId="{C74645B2-B756-4BD0-8063-B3421C222799}" dt="2026-09-22T07:05:55.014" v="2479" actId="20577"/>
        <pc:sldMkLst>
          <pc:docMk/>
          <pc:sldMk cId="1920953322" sldId="306"/>
        </pc:sldMkLst>
        <pc:spChg chg="add">
          <ac:chgData name="KANG　HYO　LIM" userId="803037b5-35c6-4444-899a-9efafa1e9058" providerId="ADAL" clId="{C74645B2-B756-4BD0-8063-B3421C222799}" dt="2026-09-21T23:45:17.159" v="1686" actId="22"/>
          <ac:spMkLst>
            <pc:docMk/>
            <pc:sldMk cId="1920953322" sldId="306"/>
            <ac:spMk id="5" creationId="{7B99D46B-02DD-64BC-5FEF-FEFE5A892A0D}"/>
          </ac:spMkLst>
        </pc:spChg>
        <pc:graphicFrameChg chg="add mod modGraphic">
          <ac:chgData name="KANG　HYO　LIM" userId="803037b5-35c6-4444-899a-9efafa1e9058" providerId="ADAL" clId="{C74645B2-B756-4BD0-8063-B3421C222799}" dt="2026-09-22T07:05:55.014" v="2479" actId="20577"/>
          <ac:graphicFrameMkLst>
            <pc:docMk/>
            <pc:sldMk cId="1920953322" sldId="306"/>
            <ac:graphicFrameMk id="3" creationId="{B41D1728-02F7-F0E4-F4F1-8C624613832E}"/>
          </ac:graphicFrameMkLst>
        </pc:graphicFrameChg>
      </pc:sldChg>
      <pc:sldChg chg="addSp modSp new mod">
        <pc:chgData name="KANG　HYO　LIM" userId="803037b5-35c6-4444-899a-9efafa1e9058" providerId="ADAL" clId="{C74645B2-B756-4BD0-8063-B3421C222799}" dt="2026-09-22T07:03:56.741" v="2409" actId="20577"/>
        <pc:sldMkLst>
          <pc:docMk/>
          <pc:sldMk cId="4089393749" sldId="307"/>
        </pc:sldMkLst>
        <pc:graphicFrameChg chg="add mod modGraphic">
          <ac:chgData name="KANG　HYO　LIM" userId="803037b5-35c6-4444-899a-9efafa1e9058" providerId="ADAL" clId="{C74645B2-B756-4BD0-8063-B3421C222799}" dt="2026-09-22T07:03:56.741" v="2409" actId="20577"/>
          <ac:graphicFrameMkLst>
            <pc:docMk/>
            <pc:sldMk cId="4089393749" sldId="307"/>
            <ac:graphicFrameMk id="3" creationId="{BEBA27B3-0C04-1A49-348B-CC6053790AC9}"/>
          </ac:graphicFrameMkLst>
        </pc:graphicFrameChg>
      </pc:sldChg>
      <pc:sldChg chg="addSp delSp modSp new mod">
        <pc:chgData name="KANG　HYO　LIM" userId="803037b5-35c6-4444-899a-9efafa1e9058" providerId="ADAL" clId="{C74645B2-B756-4BD0-8063-B3421C222799}" dt="2026-10-05T14:02:38.186" v="3198" actId="20577"/>
        <pc:sldMkLst>
          <pc:docMk/>
          <pc:sldMk cId="1368481234" sldId="308"/>
        </pc:sldMkLst>
        <pc:spChg chg="add mod">
          <ac:chgData name="KANG　HYO　LIM" userId="803037b5-35c6-4444-899a-9efafa1e9058" providerId="ADAL" clId="{C74645B2-B756-4BD0-8063-B3421C222799}" dt="2026-10-05T14:02:38.186" v="3198" actId="20577"/>
          <ac:spMkLst>
            <pc:docMk/>
            <pc:sldMk cId="1368481234" sldId="308"/>
            <ac:spMk id="2" creationId="{CE9D9D05-10A5-AFE1-3040-7F7E2CFF870C}"/>
          </ac:spMkLst>
        </pc:spChg>
        <pc:picChg chg="add mod">
          <ac:chgData name="KANG　HYO　LIM" userId="803037b5-35c6-4444-899a-9efafa1e9058" providerId="ADAL" clId="{C74645B2-B756-4BD0-8063-B3421C222799}" dt="2026-10-05T08:46:47.622" v="2617" actId="14100"/>
          <ac:picMkLst>
            <pc:docMk/>
            <pc:sldMk cId="1368481234" sldId="308"/>
            <ac:picMk id="4" creationId="{9883E3BB-8A41-89E3-9D01-9D66B52E207A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10-06T01:45:04.124" v="3574" actId="1076"/>
        <pc:sldMkLst>
          <pc:docMk/>
          <pc:sldMk cId="1072072187" sldId="309"/>
        </pc:sldMkLst>
        <pc:spChg chg="add mod">
          <ac:chgData name="KANG　HYO　LIM" userId="803037b5-35c6-4444-899a-9efafa1e9058" providerId="ADAL" clId="{C74645B2-B756-4BD0-8063-B3421C222799}" dt="2026-10-05T08:48:44.062" v="2703" actId="20577"/>
          <ac:spMkLst>
            <pc:docMk/>
            <pc:sldMk cId="1072072187" sldId="309"/>
            <ac:spMk id="3" creationId="{836C3401-CD57-C367-8EE8-AF41F148C1DC}"/>
          </ac:spMkLst>
        </pc:spChg>
        <pc:spChg chg="add mod">
          <ac:chgData name="KANG　HYO　LIM" userId="803037b5-35c6-4444-899a-9efafa1e9058" providerId="ADAL" clId="{C74645B2-B756-4BD0-8063-B3421C222799}" dt="2026-10-05T08:59:07.002" v="2955" actId="1076"/>
          <ac:spMkLst>
            <pc:docMk/>
            <pc:sldMk cId="1072072187" sldId="309"/>
            <ac:spMk id="12" creationId="{706CECBC-E6BA-82FE-A8AC-6B68D221FD7E}"/>
          </ac:spMkLst>
        </pc:spChg>
        <pc:spChg chg="mod">
          <ac:chgData name="KANG　HYO　LIM" userId="803037b5-35c6-4444-899a-9efafa1e9058" providerId="ADAL" clId="{C74645B2-B756-4BD0-8063-B3421C222799}" dt="2026-10-05T08:59:13.423" v="2957" actId="14100"/>
          <ac:spMkLst>
            <pc:docMk/>
            <pc:sldMk cId="1072072187" sldId="309"/>
            <ac:spMk id="14" creationId="{83688818-084F-649E-2AA2-277F6BD2F048}"/>
          </ac:spMkLst>
        </pc:spChg>
        <pc:spChg chg="mod">
          <ac:chgData name="KANG　HYO　LIM" userId="803037b5-35c6-4444-899a-9efafa1e9058" providerId="ADAL" clId="{C74645B2-B756-4BD0-8063-B3421C222799}" dt="2026-10-05T08:59:04.124" v="2951" actId="27636"/>
          <ac:spMkLst>
            <pc:docMk/>
            <pc:sldMk cId="1072072187" sldId="309"/>
            <ac:spMk id="16" creationId="{58CAC141-BA3E-3264-23E8-B644CA54D1CD}"/>
          </ac:spMkLst>
        </pc:spChg>
        <pc:spChg chg="add mod">
          <ac:chgData name="KANG　HYO　LIM" userId="803037b5-35c6-4444-899a-9efafa1e9058" providerId="ADAL" clId="{C74645B2-B756-4BD0-8063-B3421C222799}" dt="2026-10-05T08:59:07.002" v="2955" actId="1076"/>
          <ac:spMkLst>
            <pc:docMk/>
            <pc:sldMk cId="1072072187" sldId="309"/>
            <ac:spMk id="18" creationId="{C8F47872-BAF6-B5EE-1840-89567C5C0F4F}"/>
          </ac:spMkLst>
        </pc:spChg>
        <pc:spChg chg="add mod">
          <ac:chgData name="KANG　HYO　LIM" userId="803037b5-35c6-4444-899a-9efafa1e9058" providerId="ADAL" clId="{C74645B2-B756-4BD0-8063-B3421C222799}" dt="2026-10-05T08:59:07.002" v="2955" actId="1076"/>
          <ac:spMkLst>
            <pc:docMk/>
            <pc:sldMk cId="1072072187" sldId="309"/>
            <ac:spMk id="22" creationId="{94DD9366-A93E-503D-DCC4-53DBB3E70F02}"/>
          </ac:spMkLst>
        </pc:spChg>
        <pc:spChg chg="add">
          <ac:chgData name="KANG　HYO　LIM" userId="803037b5-35c6-4444-899a-9efafa1e9058" providerId="ADAL" clId="{C74645B2-B756-4BD0-8063-B3421C222799}" dt="2026-10-05T08:59:04.119" v="2948" actId="22"/>
          <ac:spMkLst>
            <pc:docMk/>
            <pc:sldMk cId="1072072187" sldId="309"/>
            <ac:spMk id="24" creationId="{8813502E-DF3F-C612-2741-AC39B970135A}"/>
          </ac:spMkLst>
        </pc:spChg>
        <pc:spChg chg="add mod">
          <ac:chgData name="KANG　HYO　LIM" userId="803037b5-35c6-4444-899a-9efafa1e9058" providerId="ADAL" clId="{C74645B2-B756-4BD0-8063-B3421C222799}" dt="2026-10-05T08:59:07.002" v="2955" actId="1076"/>
          <ac:spMkLst>
            <pc:docMk/>
            <pc:sldMk cId="1072072187" sldId="309"/>
            <ac:spMk id="26" creationId="{7246CF68-86D7-AB16-A734-72F1A1DE987E}"/>
          </ac:spMkLst>
        </pc:spChg>
        <pc:spChg chg="add mod">
          <ac:chgData name="KANG　HYO　LIM" userId="803037b5-35c6-4444-899a-9efafa1e9058" providerId="ADAL" clId="{C74645B2-B756-4BD0-8063-B3421C222799}" dt="2026-10-05T08:59:07.002" v="2955" actId="1076"/>
          <ac:spMkLst>
            <pc:docMk/>
            <pc:sldMk cId="1072072187" sldId="309"/>
            <ac:spMk id="28" creationId="{E7E4A114-9808-BBE0-20B5-2444FF233B94}"/>
          </ac:spMkLst>
        </pc:spChg>
        <pc:spChg chg="add mod">
          <ac:chgData name="KANG　HYO　LIM" userId="803037b5-35c6-4444-899a-9efafa1e9058" providerId="ADAL" clId="{C74645B2-B756-4BD0-8063-B3421C222799}" dt="2026-10-06T01:44:36.707" v="3568" actId="1076"/>
          <ac:spMkLst>
            <pc:docMk/>
            <pc:sldMk cId="1072072187" sldId="309"/>
            <ac:spMk id="34" creationId="{24BCB3F0-1D03-ADA9-F176-0DB9CE81B0CE}"/>
          </ac:spMkLst>
        </pc:spChg>
        <pc:spChg chg="mod">
          <ac:chgData name="KANG　HYO　LIM" userId="803037b5-35c6-4444-899a-9efafa1e9058" providerId="ADAL" clId="{C74645B2-B756-4BD0-8063-B3421C222799}" dt="2026-10-05T09:00:33.445" v="2961" actId="1076"/>
          <ac:spMkLst>
            <pc:docMk/>
            <pc:sldMk cId="1072072187" sldId="309"/>
            <ac:spMk id="36" creationId="{1B3C45AE-1895-A2D2-4BFE-93CB74ABEDA6}"/>
          </ac:spMkLst>
        </pc:spChg>
        <pc:spChg chg="mod">
          <ac:chgData name="KANG　HYO　LIM" userId="803037b5-35c6-4444-899a-9efafa1e9058" providerId="ADAL" clId="{C74645B2-B756-4BD0-8063-B3421C222799}" dt="2026-10-05T08:59:04.122" v="2949" actId="27636"/>
          <ac:spMkLst>
            <pc:docMk/>
            <pc:sldMk cId="1072072187" sldId="309"/>
            <ac:spMk id="38" creationId="{92A8CA77-CCAA-6720-4E63-E0CBA1613C6E}"/>
          </ac:spMkLst>
        </pc:spChg>
        <pc:spChg chg="mod">
          <ac:chgData name="KANG　HYO　LIM" userId="803037b5-35c6-4444-899a-9efafa1e9058" providerId="ADAL" clId="{C74645B2-B756-4BD0-8063-B3421C222799}" dt="2026-10-06T01:45:04.124" v="3574" actId="1076"/>
          <ac:spMkLst>
            <pc:docMk/>
            <pc:sldMk cId="1072072187" sldId="309"/>
            <ac:spMk id="40" creationId="{66BD73CA-0712-F345-74D9-8BC9AD33A3F0}"/>
          </ac:spMkLst>
        </pc:spChg>
        <pc:spChg chg="mod">
          <ac:chgData name="KANG　HYO　LIM" userId="803037b5-35c6-4444-899a-9efafa1e9058" providerId="ADAL" clId="{C74645B2-B756-4BD0-8063-B3421C222799}" dt="2026-10-05T13:43:45.749" v="3094" actId="20577"/>
          <ac:spMkLst>
            <pc:docMk/>
            <pc:sldMk cId="1072072187" sldId="309"/>
            <ac:spMk id="42" creationId="{12CC79E2-5C7A-25EC-2360-F15D8AE2B278}"/>
          </ac:spMkLst>
        </pc:spChg>
        <pc:spChg chg="mod">
          <ac:chgData name="KANG　HYO　LIM" userId="803037b5-35c6-4444-899a-9efafa1e9058" providerId="ADAL" clId="{C74645B2-B756-4BD0-8063-B3421C222799}" dt="2026-10-05T13:43:52.587" v="3096" actId="20577"/>
          <ac:spMkLst>
            <pc:docMk/>
            <pc:sldMk cId="1072072187" sldId="309"/>
            <ac:spMk id="44" creationId="{C3B3670C-0DE0-5AD4-1CF2-6B50887159BC}"/>
          </ac:spMkLst>
        </pc:spChg>
        <pc:spChg chg="mod">
          <ac:chgData name="KANG　HYO　LIM" userId="803037b5-35c6-4444-899a-9efafa1e9058" providerId="ADAL" clId="{C74645B2-B756-4BD0-8063-B3421C222799}" dt="2026-10-06T01:44:43.621" v="3570" actId="1076"/>
          <ac:spMkLst>
            <pc:docMk/>
            <pc:sldMk cId="1072072187" sldId="309"/>
            <ac:spMk id="46" creationId="{30626865-0096-19A8-0EDB-9E75C707FE0E}"/>
          </ac:spMkLst>
        </pc:spChg>
        <pc:spChg chg="mod">
          <ac:chgData name="KANG　HYO　LIM" userId="803037b5-35c6-4444-899a-9efafa1e9058" providerId="ADAL" clId="{C74645B2-B756-4BD0-8063-B3421C222799}" dt="2026-10-05T13:43:50.637" v="3095" actId="20577"/>
          <ac:spMkLst>
            <pc:docMk/>
            <pc:sldMk cId="1072072187" sldId="309"/>
            <ac:spMk id="48" creationId="{579DC094-E656-9121-171B-9BC15ED70764}"/>
          </ac:spMkLst>
        </pc:spChg>
        <pc:spChg chg="mod">
          <ac:chgData name="KANG　HYO　LIM" userId="803037b5-35c6-4444-899a-9efafa1e9058" providerId="ADAL" clId="{C74645B2-B756-4BD0-8063-B3421C222799}" dt="2026-10-06T01:44:52.771" v="3571" actId="1076"/>
          <ac:spMkLst>
            <pc:docMk/>
            <pc:sldMk cId="1072072187" sldId="309"/>
            <ac:spMk id="50" creationId="{206EB8F4-9611-842B-19C8-D8E01191B1EA}"/>
          </ac:spMkLst>
        </pc:spChg>
        <pc:spChg chg="add mod">
          <ac:chgData name="KANG　HYO　LIM" userId="803037b5-35c6-4444-899a-9efafa1e9058" providerId="ADAL" clId="{C74645B2-B756-4BD0-8063-B3421C222799}" dt="2026-10-06T01:44:38.955" v="3569" actId="1076"/>
          <ac:spMkLst>
            <pc:docMk/>
            <pc:sldMk cId="1072072187" sldId="309"/>
            <ac:spMk id="52" creationId="{E6210402-0B66-D2C7-597E-10D9FC8598D8}"/>
          </ac:spMkLst>
        </pc:spChg>
        <pc:spChg chg="mod">
          <ac:chgData name="KANG　HYO　LIM" userId="803037b5-35c6-4444-899a-9efafa1e9058" providerId="ADAL" clId="{C74645B2-B756-4BD0-8063-B3421C222799}" dt="2026-10-06T01:44:55.584" v="3572" actId="1076"/>
          <ac:spMkLst>
            <pc:docMk/>
            <pc:sldMk cId="1072072187" sldId="309"/>
            <ac:spMk id="54" creationId="{16AA6921-F889-41DD-7A0C-616AF41E9621}"/>
          </ac:spMkLst>
        </pc:spChg>
        <pc:spChg chg="mod">
          <ac:chgData name="KANG　HYO　LIM" userId="803037b5-35c6-4444-899a-9efafa1e9058" providerId="ADAL" clId="{C74645B2-B756-4BD0-8063-B3421C222799}" dt="2026-10-05T14:02:10.232" v="3188" actId="14100"/>
          <ac:spMkLst>
            <pc:docMk/>
            <pc:sldMk cId="1072072187" sldId="309"/>
            <ac:spMk id="56" creationId="{5E0A586A-9CD0-223C-F225-0DABEBA73273}"/>
          </ac:spMkLst>
        </pc:spChg>
        <pc:spChg chg="add mod">
          <ac:chgData name="KANG　HYO　LIM" userId="803037b5-35c6-4444-899a-9efafa1e9058" providerId="ADAL" clId="{C74645B2-B756-4BD0-8063-B3421C222799}" dt="2026-10-05T14:02:07.514" v="3187" actId="14100"/>
          <ac:spMkLst>
            <pc:docMk/>
            <pc:sldMk cId="1072072187" sldId="309"/>
            <ac:spMk id="58" creationId="{9F253D95-C968-A7BC-41F6-A16EE01307F0}"/>
          </ac:spMkLst>
        </pc:spChg>
        <pc:graphicFrameChg chg="add mod modGraphic">
          <ac:chgData name="KANG　HYO　LIM" userId="803037b5-35c6-4444-899a-9efafa1e9058" providerId="ADAL" clId="{C74645B2-B756-4BD0-8063-B3421C222799}" dt="2026-10-05T13:47:35.205" v="3117" actId="1076"/>
          <ac:graphicFrameMkLst>
            <pc:docMk/>
            <pc:sldMk cId="1072072187" sldId="309"/>
            <ac:graphicFrameMk id="61" creationId="{9CE78D4D-BBA5-1DF3-7910-E547FAD50823}"/>
          </ac:graphicFrameMkLst>
        </pc:graphicFrameChg>
      </pc:sldChg>
      <pc:sldChg chg="addSp delSp modSp add mod ord">
        <pc:chgData name="KANG　HYO　LIM" userId="803037b5-35c6-4444-899a-9efafa1e9058" providerId="ADAL" clId="{C74645B2-B756-4BD0-8063-B3421C222799}" dt="2026-10-06T01:36:55.554" v="3564" actId="20577"/>
        <pc:sldMkLst>
          <pc:docMk/>
          <pc:sldMk cId="2195872783" sldId="310"/>
        </pc:sldMkLst>
        <pc:spChg chg="mod">
          <ac:chgData name="KANG　HYO　LIM" userId="803037b5-35c6-4444-899a-9efafa1e9058" providerId="ADAL" clId="{C74645B2-B756-4BD0-8063-B3421C222799}" dt="2026-10-05T08:51:56.528" v="2802" actId="20577"/>
          <ac:spMkLst>
            <pc:docMk/>
            <pc:sldMk cId="2195872783" sldId="310"/>
            <ac:spMk id="3" creationId="{0554618E-9B9A-0D8E-C70F-684642337A90}"/>
          </ac:spMkLst>
        </pc:spChg>
        <pc:spChg chg="add mod">
          <ac:chgData name="KANG　HYO　LIM" userId="803037b5-35c6-4444-899a-9efafa1e9058" providerId="ADAL" clId="{C74645B2-B756-4BD0-8063-B3421C222799}" dt="2026-10-06T01:36:55.554" v="3564" actId="20577"/>
          <ac:spMkLst>
            <pc:docMk/>
            <pc:sldMk cId="2195872783" sldId="310"/>
            <ac:spMk id="5" creationId="{1860FCC2-ACF1-7EBE-185C-E2E7AFEF7841}"/>
          </ac:spMkLst>
        </pc:spChg>
      </pc:sldChg>
      <pc:sldChg chg="addSp modSp new mod">
        <pc:chgData name="KANG　HYO　LIM" userId="803037b5-35c6-4444-899a-9efafa1e9058" providerId="ADAL" clId="{C74645B2-B756-4BD0-8063-B3421C222799}" dt="2026-10-06T02:32:47.870" v="4407" actId="20577"/>
        <pc:sldMkLst>
          <pc:docMk/>
          <pc:sldMk cId="3344170635" sldId="311"/>
        </pc:sldMkLst>
        <pc:spChg chg="add mod">
          <ac:chgData name="KANG　HYO　LIM" userId="803037b5-35c6-4444-899a-9efafa1e9058" providerId="ADAL" clId="{C74645B2-B756-4BD0-8063-B3421C222799}" dt="2026-10-06T02:32:47.870" v="4407" actId="20577"/>
          <ac:spMkLst>
            <pc:docMk/>
            <pc:sldMk cId="3344170635" sldId="311"/>
            <ac:spMk id="2" creationId="{5D38D7C5-A128-AA24-8119-D160CD7EEF75}"/>
          </ac:spMkLst>
        </pc:spChg>
      </pc:sldChg>
      <pc:sldChg chg="addSp modSp new mod ord">
        <pc:chgData name="KANG　HYO　LIM" userId="803037b5-35c6-4444-899a-9efafa1e9058" providerId="ADAL" clId="{C74645B2-B756-4BD0-8063-B3421C222799}" dt="2026-10-06T02:31:36.365" v="4170" actId="1076"/>
        <pc:sldMkLst>
          <pc:docMk/>
          <pc:sldMk cId="4239502921" sldId="312"/>
        </pc:sldMkLst>
        <pc:spChg chg="add mod">
          <ac:chgData name="KANG　HYO　LIM" userId="803037b5-35c6-4444-899a-9efafa1e9058" providerId="ADAL" clId="{C74645B2-B756-4BD0-8063-B3421C222799}" dt="2026-10-06T02:15:50.358" v="3918" actId="1076"/>
          <ac:spMkLst>
            <pc:docMk/>
            <pc:sldMk cId="4239502921" sldId="312"/>
            <ac:spMk id="5" creationId="{370ADACE-8272-1EC5-E777-0452429CDC19}"/>
          </ac:spMkLst>
        </pc:spChg>
        <pc:picChg chg="add mod">
          <ac:chgData name="KANG　HYO　LIM" userId="803037b5-35c6-4444-899a-9efafa1e9058" providerId="ADAL" clId="{C74645B2-B756-4BD0-8063-B3421C222799}" dt="2026-10-06T02:31:36.365" v="4170" actId="1076"/>
          <ac:picMkLst>
            <pc:docMk/>
            <pc:sldMk cId="4239502921" sldId="312"/>
            <ac:picMk id="3" creationId="{20818C06-B4DB-696B-C851-7E6A7749E3FB}"/>
          </ac:picMkLst>
        </pc:picChg>
      </pc:sldChg>
      <pc:sldChg chg="addSp delSp modSp add mod">
        <pc:chgData name="KANG　HYO　LIM" userId="803037b5-35c6-4444-899a-9efafa1e9058" providerId="ADAL" clId="{C74645B2-B756-4BD0-8063-B3421C222799}" dt="2026-10-06T01:37:24.625" v="3565" actId="2711"/>
        <pc:sldMkLst>
          <pc:docMk/>
          <pc:sldMk cId="1794458869" sldId="313"/>
        </pc:sldMkLst>
        <pc:spChg chg="mod">
          <ac:chgData name="KANG　HYO　LIM" userId="803037b5-35c6-4444-899a-9efafa1e9058" providerId="ADAL" clId="{C74645B2-B756-4BD0-8063-B3421C222799}" dt="2026-10-05T09:14:47.129" v="2988" actId="20577"/>
          <ac:spMkLst>
            <pc:docMk/>
            <pc:sldMk cId="1794458869" sldId="313"/>
            <ac:spMk id="3" creationId="{A3F6DACB-206B-2F7D-6E29-AA9C5EAF6850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13" creationId="{B127F8EA-5A5C-E325-30DE-698D16B2FDF6}"/>
          </ac:spMkLst>
        </pc:spChg>
        <pc:spChg chg="mod">
          <ac:chgData name="KANG　HYO　LIM" userId="803037b5-35c6-4444-899a-9efafa1e9058" providerId="ADAL" clId="{C74645B2-B756-4BD0-8063-B3421C222799}" dt="2026-10-05T13:58:39.379" v="3151" actId="1076"/>
          <ac:spMkLst>
            <pc:docMk/>
            <pc:sldMk cId="1794458869" sldId="313"/>
            <ac:spMk id="21" creationId="{863B8AE7-762F-9C3C-D966-E61098B02FB7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25" creationId="{0DFB1FEB-FD34-8275-0FD3-73CC61FA9E5C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29" creationId="{851ABEF9-A786-46BD-B3F9-A49BE23111C3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33" creationId="{7D987A41-8957-B62D-990B-05C0DCAC3777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37" creationId="{5AC4E15E-E84C-44C5-2F4A-D92A66BDCCA0}"/>
          </ac:spMkLst>
        </pc:spChg>
        <pc:spChg chg="add mod">
          <ac:chgData name="KANG　HYO　LIM" userId="803037b5-35c6-4444-899a-9efafa1e9058" providerId="ADAL" clId="{C74645B2-B756-4BD0-8063-B3421C222799}" dt="2026-10-05T13:58:47.150" v="3152" actId="1076"/>
          <ac:spMkLst>
            <pc:docMk/>
            <pc:sldMk cId="1794458869" sldId="313"/>
            <ac:spMk id="41" creationId="{F91213DA-30D5-99E0-4E46-66091FFA639C}"/>
          </ac:spMkLst>
        </pc:spChg>
        <pc:spChg chg="add mod">
          <ac:chgData name="KANG　HYO　LIM" userId="803037b5-35c6-4444-899a-9efafa1e9058" providerId="ADAL" clId="{C74645B2-B756-4BD0-8063-B3421C222799}" dt="2026-10-05T14:01:52.627" v="3185" actId="14100"/>
          <ac:spMkLst>
            <pc:docMk/>
            <pc:sldMk cId="1794458869" sldId="313"/>
            <ac:spMk id="63" creationId="{636BF4B8-612A-6521-780F-4793B20D90B5}"/>
          </ac:spMkLst>
        </pc:spChg>
        <pc:spChg chg="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65" creationId="{FE66621D-027A-7AED-7BC9-C4D4F51908FF}"/>
          </ac:spMkLst>
        </pc:spChg>
        <pc:spChg chg="add 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67" creationId="{8978A306-F3FC-1219-A1E3-CC18BF595B55}"/>
          </ac:spMkLst>
        </pc:spChg>
        <pc:spChg chg="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69" creationId="{4D28ADAA-E87C-0DE0-AF4E-A26AA8FE7762}"/>
          </ac:spMkLst>
        </pc:spChg>
        <pc:spChg chg="mod">
          <ac:chgData name="KANG　HYO　LIM" userId="803037b5-35c6-4444-899a-9efafa1e9058" providerId="ADAL" clId="{C74645B2-B756-4BD0-8063-B3421C222799}" dt="2026-10-05T14:00:41.164" v="3169" actId="14100"/>
          <ac:spMkLst>
            <pc:docMk/>
            <pc:sldMk cId="1794458869" sldId="313"/>
            <ac:spMk id="71" creationId="{0E07E238-6B6F-1CB5-BE86-AD02B5AAA800}"/>
          </ac:spMkLst>
        </pc:spChg>
        <pc:spChg chg="add 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73" creationId="{EB480FC1-A585-9805-4973-33A2D844CB19}"/>
          </ac:spMkLst>
        </pc:spChg>
        <pc:spChg chg="mod">
          <ac:chgData name="KANG　HYO　LIM" userId="803037b5-35c6-4444-899a-9efafa1e9058" providerId="ADAL" clId="{C74645B2-B756-4BD0-8063-B3421C222799}" dt="2026-10-05T14:00:34.513" v="3167" actId="1076"/>
          <ac:spMkLst>
            <pc:docMk/>
            <pc:sldMk cId="1794458869" sldId="313"/>
            <ac:spMk id="75" creationId="{D540B228-A087-CC9D-C925-DD9375AE80F7}"/>
          </ac:spMkLst>
        </pc:spChg>
        <pc:spChg chg="mod">
          <ac:chgData name="KANG　HYO　LIM" userId="803037b5-35c6-4444-899a-9efafa1e9058" providerId="ADAL" clId="{C74645B2-B756-4BD0-8063-B3421C222799}" dt="2026-10-05T14:00:34.513" v="3167" actId="1076"/>
          <ac:spMkLst>
            <pc:docMk/>
            <pc:sldMk cId="1794458869" sldId="313"/>
            <ac:spMk id="77" creationId="{F0A67D81-71CD-89F9-85C3-81322F3D1829}"/>
          </ac:spMkLst>
        </pc:spChg>
        <pc:spChg chg="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79" creationId="{3E3E85F9-9E2B-E057-9317-551C64AB292E}"/>
          </ac:spMkLst>
        </pc:spChg>
        <pc:spChg chg="mod">
          <ac:chgData name="KANG　HYO　LIM" userId="803037b5-35c6-4444-899a-9efafa1e9058" providerId="ADAL" clId="{C74645B2-B756-4BD0-8063-B3421C222799}" dt="2026-10-05T14:01:06.178" v="3175" actId="1076"/>
          <ac:spMkLst>
            <pc:docMk/>
            <pc:sldMk cId="1794458869" sldId="313"/>
            <ac:spMk id="81" creationId="{B224570C-1703-BCD3-A831-6BB4CF30896B}"/>
          </ac:spMkLst>
        </pc:spChg>
        <pc:spChg chg="mod">
          <ac:chgData name="KANG　HYO　LIM" userId="803037b5-35c6-4444-899a-9efafa1e9058" providerId="ADAL" clId="{C74645B2-B756-4BD0-8063-B3421C222799}" dt="2026-10-05T14:01:06.178" v="3175" actId="1076"/>
          <ac:spMkLst>
            <pc:docMk/>
            <pc:sldMk cId="1794458869" sldId="313"/>
            <ac:spMk id="83" creationId="{E347F734-4A9D-2C64-1A0F-64EE832095AC}"/>
          </ac:spMkLst>
        </pc:spChg>
        <pc:spChg chg="add 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85" creationId="{15F2DE17-2C3B-E2FC-CFD7-458E2CF021DE}"/>
          </ac:spMkLst>
        </pc:spChg>
        <pc:spChg chg="mod">
          <ac:chgData name="KANG　HYO　LIM" userId="803037b5-35c6-4444-899a-9efafa1e9058" providerId="ADAL" clId="{C74645B2-B756-4BD0-8063-B3421C222799}" dt="2026-10-05T14:01:38.371" v="3182" actId="14100"/>
          <ac:spMkLst>
            <pc:docMk/>
            <pc:sldMk cId="1794458869" sldId="313"/>
            <ac:spMk id="87" creationId="{282CD9E9-1ED3-B5E0-1849-FA92C4FC22B0}"/>
          </ac:spMkLst>
        </pc:spChg>
        <pc:spChg chg="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89" creationId="{477D4BA7-EACB-8F26-D399-F9189A40C826}"/>
          </ac:spMkLst>
        </pc:spChg>
        <pc:spChg chg="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91" creationId="{9D8039E9-8433-C153-89C7-35478EFCDA47}"/>
          </ac:spMkLst>
        </pc:spChg>
        <pc:spChg chg="add 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93" creationId="{4DB65A58-5D8D-8162-73EF-EAAC6A0F89F1}"/>
          </ac:spMkLst>
        </pc:spChg>
        <pc:spChg chg="add mod">
          <ac:chgData name="KANG　HYO　LIM" userId="803037b5-35c6-4444-899a-9efafa1e9058" providerId="ADAL" clId="{C74645B2-B756-4BD0-8063-B3421C222799}" dt="2026-10-05T14:01:47.667" v="3184" actId="1076"/>
          <ac:spMkLst>
            <pc:docMk/>
            <pc:sldMk cId="1794458869" sldId="313"/>
            <ac:spMk id="95" creationId="{942ECC4E-E543-2F1A-8DAE-726BF27DCD64}"/>
          </ac:spMkLst>
        </pc:spChg>
        <pc:spChg chg="mod">
          <ac:chgData name="KANG　HYO　LIM" userId="803037b5-35c6-4444-899a-9efafa1e9058" providerId="ADAL" clId="{C74645B2-B756-4BD0-8063-B3421C222799}" dt="2026-10-05T14:01:47.667" v="3184" actId="1076"/>
          <ac:spMkLst>
            <pc:docMk/>
            <pc:sldMk cId="1794458869" sldId="313"/>
            <ac:spMk id="97" creationId="{DFB4E8C7-DC0D-D669-6C81-2ADA7A14A0C4}"/>
          </ac:spMkLst>
        </pc:spChg>
        <pc:spChg chg="add mod">
          <ac:chgData name="KANG　HYO　LIM" userId="803037b5-35c6-4444-899a-9efafa1e9058" providerId="ADAL" clId="{C74645B2-B756-4BD0-8063-B3421C222799}" dt="2026-10-05T14:01:47.667" v="3184" actId="1076"/>
          <ac:spMkLst>
            <pc:docMk/>
            <pc:sldMk cId="1794458869" sldId="313"/>
            <ac:spMk id="99" creationId="{5E943753-2780-1CB0-B3ED-74C97DB4B241}"/>
          </ac:spMkLst>
        </pc:spChg>
        <pc:spChg chg="add mod">
          <ac:chgData name="KANG　HYO　LIM" userId="803037b5-35c6-4444-899a-9efafa1e9058" providerId="ADAL" clId="{C74645B2-B756-4BD0-8063-B3421C222799}" dt="2026-10-06T01:37:24.625" v="3565" actId="2711"/>
          <ac:spMkLst>
            <pc:docMk/>
            <pc:sldMk cId="1794458869" sldId="313"/>
            <ac:spMk id="101" creationId="{A07E979E-A919-76C3-E5AD-FBD470E83788}"/>
          </ac:spMkLst>
        </pc:spChg>
        <pc:spChg chg="add mod">
          <ac:chgData name="KANG　HYO　LIM" userId="803037b5-35c6-4444-899a-9efafa1e9058" providerId="ADAL" clId="{C74645B2-B756-4BD0-8063-B3421C222799}" dt="2026-10-05T13:58:26.343" v="3150" actId="1076"/>
          <ac:spMkLst>
            <pc:docMk/>
            <pc:sldMk cId="1794458869" sldId="313"/>
            <ac:spMk id="107" creationId="{1422FF2F-C246-7A47-9287-66832E2D2E76}"/>
          </ac:spMkLst>
        </pc:spChg>
        <pc:spChg chg="add mod">
          <ac:chgData name="KANG　HYO　LIM" userId="803037b5-35c6-4444-899a-9efafa1e9058" providerId="ADAL" clId="{C74645B2-B756-4BD0-8063-B3421C222799}" dt="2026-10-05T13:58:26.343" v="3150" actId="1076"/>
          <ac:spMkLst>
            <pc:docMk/>
            <pc:sldMk cId="1794458869" sldId="313"/>
            <ac:spMk id="109" creationId="{F58FE1AD-DE42-5D7B-10B6-0D7ADBBDF8F3}"/>
          </ac:spMkLst>
        </pc:spChg>
        <pc:spChg chg="add mod">
          <ac:chgData name="KANG　HYO　LIM" userId="803037b5-35c6-4444-899a-9efafa1e9058" providerId="ADAL" clId="{C74645B2-B756-4BD0-8063-B3421C222799}" dt="2026-10-05T13:58:26.343" v="3150" actId="1076"/>
          <ac:spMkLst>
            <pc:docMk/>
            <pc:sldMk cId="1794458869" sldId="313"/>
            <ac:spMk id="111" creationId="{64196A9F-00DD-6C12-AE47-182B846F2116}"/>
          </ac:spMkLst>
        </pc:spChg>
        <pc:spChg chg="add mod">
          <ac:chgData name="KANG　HYO　LIM" userId="803037b5-35c6-4444-899a-9efafa1e9058" providerId="ADAL" clId="{C74645B2-B756-4BD0-8063-B3421C222799}" dt="2026-10-05T13:58:26.343" v="3150" actId="1076"/>
          <ac:spMkLst>
            <pc:docMk/>
            <pc:sldMk cId="1794458869" sldId="313"/>
            <ac:spMk id="113" creationId="{4A0DE2C6-021E-83C0-AAC3-C7E7AA6E3000}"/>
          </ac:spMkLst>
        </pc:spChg>
        <pc:spChg chg="add mod">
          <ac:chgData name="KANG　HYO　LIM" userId="803037b5-35c6-4444-899a-9efafa1e9058" providerId="ADAL" clId="{C74645B2-B756-4BD0-8063-B3421C222799}" dt="2026-10-05T13:58:54.661" v="3153" actId="1076"/>
          <ac:spMkLst>
            <pc:docMk/>
            <pc:sldMk cId="1794458869" sldId="313"/>
            <ac:spMk id="115" creationId="{B7E051D1-146C-527C-CBA7-348F5D40BB6B}"/>
          </ac:spMkLst>
        </pc:spChg>
        <pc:spChg chg="add mod">
          <ac:chgData name="KANG　HYO　LIM" userId="803037b5-35c6-4444-899a-9efafa1e9058" providerId="ADAL" clId="{C74645B2-B756-4BD0-8063-B3421C222799}" dt="2026-10-05T13:58:54.661" v="3153" actId="1076"/>
          <ac:spMkLst>
            <pc:docMk/>
            <pc:sldMk cId="1794458869" sldId="313"/>
            <ac:spMk id="117" creationId="{9908C86C-36CD-CEC3-3DC6-25F8EE1077BE}"/>
          </ac:spMkLst>
        </pc:spChg>
        <pc:spChg chg="add mod">
          <ac:chgData name="KANG　HYO　LIM" userId="803037b5-35c6-4444-899a-9efafa1e9058" providerId="ADAL" clId="{C74645B2-B756-4BD0-8063-B3421C222799}" dt="2026-10-05T13:58:54.661" v="3153" actId="1076"/>
          <ac:spMkLst>
            <pc:docMk/>
            <pc:sldMk cId="1794458869" sldId="313"/>
            <ac:spMk id="119" creationId="{E9AD428C-D496-C170-5EEB-5C0A69997DF5}"/>
          </ac:spMkLst>
        </pc:spChg>
        <pc:spChg chg="add mod">
          <ac:chgData name="KANG　HYO　LIM" userId="803037b5-35c6-4444-899a-9efafa1e9058" providerId="ADAL" clId="{C74645B2-B756-4BD0-8063-B3421C222799}" dt="2026-10-05T13:58:54.661" v="3153" actId="1076"/>
          <ac:spMkLst>
            <pc:docMk/>
            <pc:sldMk cId="1794458869" sldId="313"/>
            <ac:spMk id="121" creationId="{BC52E30D-559F-2775-66C0-AFDCE01F8F16}"/>
          </ac:spMkLst>
        </pc:spChg>
        <pc:spChg chg="add mod">
          <ac:chgData name="KANG　HYO　LIM" userId="803037b5-35c6-4444-899a-9efafa1e9058" providerId="ADAL" clId="{C74645B2-B756-4BD0-8063-B3421C222799}" dt="2026-10-05T13:59:46.744" v="3162" actId="1076"/>
          <ac:spMkLst>
            <pc:docMk/>
            <pc:sldMk cId="1794458869" sldId="313"/>
            <ac:spMk id="123" creationId="{6300082C-E398-ABB9-E742-618A1F32A539}"/>
          </ac:spMkLst>
        </pc:spChg>
        <pc:spChg chg="add mod">
          <ac:chgData name="KANG　HYO　LIM" userId="803037b5-35c6-4444-899a-9efafa1e9058" providerId="ADAL" clId="{C74645B2-B756-4BD0-8063-B3421C222799}" dt="2026-10-05T13:59:46.744" v="3162" actId="1076"/>
          <ac:spMkLst>
            <pc:docMk/>
            <pc:sldMk cId="1794458869" sldId="313"/>
            <ac:spMk id="125" creationId="{2529DA65-6E97-F339-832D-4CCEFC18B1B4}"/>
          </ac:spMkLst>
        </pc:spChg>
      </pc:sldChg>
      <pc:sldChg chg="addSp delSp modSp new mod">
        <pc:chgData name="KANG　HYO　LIM" userId="803037b5-35c6-4444-899a-9efafa1e9058" providerId="ADAL" clId="{C74645B2-B756-4BD0-8063-B3421C222799}" dt="2026-10-06T03:21:43.779" v="4730" actId="20577"/>
        <pc:sldMkLst>
          <pc:docMk/>
          <pc:sldMk cId="1676714285" sldId="314"/>
        </pc:sldMkLst>
        <pc:spChg chg="add mod">
          <ac:chgData name="KANG　HYO　LIM" userId="803037b5-35c6-4444-899a-9efafa1e9058" providerId="ADAL" clId="{C74645B2-B756-4BD0-8063-B3421C222799}" dt="2026-10-06T03:18:50.278" v="4609" actId="20577"/>
          <ac:spMkLst>
            <pc:docMk/>
            <pc:sldMk cId="1676714285" sldId="314"/>
            <ac:spMk id="3" creationId="{B81627D7-A742-A135-7133-000753FF894B}"/>
          </ac:spMkLst>
        </pc:spChg>
        <pc:spChg chg="add mod">
          <ac:chgData name="KANG　HYO　LIM" userId="803037b5-35c6-4444-899a-9efafa1e9058" providerId="ADAL" clId="{C74645B2-B756-4BD0-8063-B3421C222799}" dt="2026-10-06T03:21:43.779" v="4730" actId="20577"/>
          <ac:spMkLst>
            <pc:docMk/>
            <pc:sldMk cId="1676714285" sldId="314"/>
            <ac:spMk id="6" creationId="{93A01609-DEA5-D8B9-5C3B-C46DBB491011}"/>
          </ac:spMkLst>
        </pc:spChg>
        <pc:picChg chg="add mod">
          <ac:chgData name="KANG　HYO　LIM" userId="803037b5-35c6-4444-899a-9efafa1e9058" providerId="ADAL" clId="{C74645B2-B756-4BD0-8063-B3421C222799}" dt="2026-10-06T03:18:53.029" v="4610" actId="1076"/>
          <ac:picMkLst>
            <pc:docMk/>
            <pc:sldMk cId="1676714285" sldId="314"/>
            <ac:picMk id="4" creationId="{A92B4FB5-B355-C060-A986-54FFFD0EBC7F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10-08T05:41:11.330" v="4828" actId="20577"/>
        <pc:sldMkLst>
          <pc:docMk/>
          <pc:sldMk cId="3809595617" sldId="315"/>
        </pc:sldMkLst>
        <pc:spChg chg="add mod">
          <ac:chgData name="KANG　HYO　LIM" userId="803037b5-35c6-4444-899a-9efafa1e9058" providerId="ADAL" clId="{C74645B2-B756-4BD0-8063-B3421C222799}" dt="2026-10-06T02:19:57.267" v="4008" actId="1076"/>
          <ac:spMkLst>
            <pc:docMk/>
            <pc:sldMk cId="3809595617" sldId="315"/>
            <ac:spMk id="5" creationId="{42C051A8-D468-CB49-F632-7BB0DC169DD7}"/>
          </ac:spMkLst>
        </pc:spChg>
        <pc:spChg chg="add mod">
          <ac:chgData name="KANG　HYO　LIM" userId="803037b5-35c6-4444-899a-9efafa1e9058" providerId="ADAL" clId="{C74645B2-B756-4BD0-8063-B3421C222799}" dt="2026-10-08T05:41:11.330" v="4828" actId="20577"/>
          <ac:spMkLst>
            <pc:docMk/>
            <pc:sldMk cId="3809595617" sldId="315"/>
            <ac:spMk id="9" creationId="{4CF799B8-104C-261B-BE4C-35B0718EEF8F}"/>
          </ac:spMkLst>
        </pc:spChg>
        <pc:picChg chg="add mod">
          <ac:chgData name="KANG　HYO　LIM" userId="803037b5-35c6-4444-899a-9efafa1e9058" providerId="ADAL" clId="{C74645B2-B756-4BD0-8063-B3421C222799}" dt="2026-10-06T02:49:43.451" v="4444" actId="1076"/>
          <ac:picMkLst>
            <pc:docMk/>
            <pc:sldMk cId="3809595617" sldId="315"/>
            <ac:picMk id="7" creationId="{F499521E-251A-1C24-F95F-A8D3C3A8EA35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10-06T03:20:32.817" v="4699" actId="1076"/>
        <pc:sldMkLst>
          <pc:docMk/>
          <pc:sldMk cId="2170055115" sldId="316"/>
        </pc:sldMkLst>
        <pc:spChg chg="mod">
          <ac:chgData name="KANG　HYO　LIM" userId="803037b5-35c6-4444-899a-9efafa1e9058" providerId="ADAL" clId="{C74645B2-B756-4BD0-8063-B3421C222799}" dt="2026-10-06T02:26:37.197" v="4085" actId="255"/>
          <ac:spMkLst>
            <pc:docMk/>
            <pc:sldMk cId="2170055115" sldId="316"/>
            <ac:spMk id="7" creationId="{0AD8EC73-E461-BC18-1F5B-ECCA79D05C61}"/>
          </ac:spMkLst>
        </pc:spChg>
        <pc:spChg chg="mod">
          <ac:chgData name="KANG　HYO　LIM" userId="803037b5-35c6-4444-899a-9efafa1e9058" providerId="ADAL" clId="{C74645B2-B756-4BD0-8063-B3421C222799}" dt="2026-10-06T02:26:37.197" v="4085" actId="255"/>
          <ac:spMkLst>
            <pc:docMk/>
            <pc:sldMk cId="2170055115" sldId="316"/>
            <ac:spMk id="9" creationId="{BA213E3A-A435-CC8A-2ABF-1043E1E1BCEC}"/>
          </ac:spMkLst>
        </pc:spChg>
        <pc:spChg chg="add mod">
          <ac:chgData name="KANG　HYO　LIM" userId="803037b5-35c6-4444-899a-9efafa1e9058" providerId="ADAL" clId="{C74645B2-B756-4BD0-8063-B3421C222799}" dt="2026-10-06T02:26:37.197" v="4085" actId="255"/>
          <ac:spMkLst>
            <pc:docMk/>
            <pc:sldMk cId="2170055115" sldId="316"/>
            <ac:spMk id="11" creationId="{80045DEE-9EB4-FC71-6802-D3088487D93C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13" creationId="{5160FCA7-3C14-4114-D692-3F1B282ECA3D}"/>
          </ac:spMkLst>
        </pc:spChg>
        <pc:spChg chg="add mod">
          <ac:chgData name="KANG　HYO　LIM" userId="803037b5-35c6-4444-899a-9efafa1e9058" providerId="ADAL" clId="{C74645B2-B756-4BD0-8063-B3421C222799}" dt="2026-10-06T03:20:32.817" v="4699" actId="1076"/>
          <ac:spMkLst>
            <pc:docMk/>
            <pc:sldMk cId="2170055115" sldId="316"/>
            <ac:spMk id="15" creationId="{C8C78D9C-69B0-7F86-4D72-44FB009B482E}"/>
          </ac:spMkLst>
        </pc:spChg>
        <pc:spChg chg="mod">
          <ac:chgData name="KANG　HYO　LIM" userId="803037b5-35c6-4444-899a-9efafa1e9058" providerId="ADAL" clId="{C74645B2-B756-4BD0-8063-B3421C222799}" dt="2026-10-06T02:26:37.197" v="4085" actId="255"/>
          <ac:spMkLst>
            <pc:docMk/>
            <pc:sldMk cId="2170055115" sldId="316"/>
            <ac:spMk id="17" creationId="{3DEDB4A7-5BFC-18D9-184C-97A81B97D959}"/>
          </ac:spMkLst>
        </pc:spChg>
        <pc:spChg chg="mod">
          <ac:chgData name="KANG　HYO　LIM" userId="803037b5-35c6-4444-899a-9efafa1e9058" providerId="ADAL" clId="{C74645B2-B756-4BD0-8063-B3421C222799}" dt="2026-10-06T03:00:54.220" v="4549" actId="14100"/>
          <ac:spMkLst>
            <pc:docMk/>
            <pc:sldMk cId="2170055115" sldId="316"/>
            <ac:spMk id="19" creationId="{D3D7BFAA-7F19-224F-5306-07E54A98F2DF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21" creationId="{57C934FD-9745-4FD7-D6D9-07C04BE5879C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25" creationId="{BF89E129-5993-7683-BC53-CC95ECB79882}"/>
          </ac:spMkLst>
        </pc:spChg>
        <pc:spChg chg="add mod">
          <ac:chgData name="KANG　HYO　LIM" userId="803037b5-35c6-4444-899a-9efafa1e9058" providerId="ADAL" clId="{C74645B2-B756-4BD0-8063-B3421C222799}" dt="2026-10-06T02:26:37.197" v="4085" actId="255"/>
          <ac:spMkLst>
            <pc:docMk/>
            <pc:sldMk cId="2170055115" sldId="316"/>
            <ac:spMk id="27" creationId="{4ECBF8E0-8BF9-BAE7-C888-409A00447E0B}"/>
          </ac:spMkLst>
        </pc:spChg>
        <pc:spChg chg="add mod">
          <ac:chgData name="KANG　HYO　LIM" userId="803037b5-35c6-4444-899a-9efafa1e9058" providerId="ADAL" clId="{C74645B2-B756-4BD0-8063-B3421C222799}" dt="2026-10-06T02:26:58.277" v="4092" actId="1076"/>
          <ac:spMkLst>
            <pc:docMk/>
            <pc:sldMk cId="2170055115" sldId="316"/>
            <ac:spMk id="29" creationId="{90D34FE5-FC9C-611A-974A-B5CCE665D14D}"/>
          </ac:spMkLst>
        </pc:spChg>
        <pc:spChg chg="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33" creationId="{4949C486-9112-4D7A-2BAC-97468BBC5D6B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35" creationId="{C07CCD62-9D3C-AAB0-F018-37E4DAB2AF92}"/>
          </ac:spMkLst>
        </pc:spChg>
        <pc:spChg chg="add mod">
          <ac:chgData name="KANG　HYO　LIM" userId="803037b5-35c6-4444-899a-9efafa1e9058" providerId="ADAL" clId="{C74645B2-B756-4BD0-8063-B3421C222799}" dt="2026-10-06T02:46:09.575" v="4420" actId="20577"/>
          <ac:spMkLst>
            <pc:docMk/>
            <pc:sldMk cId="2170055115" sldId="316"/>
            <ac:spMk id="39" creationId="{4BEA48C4-D7A4-AEDB-33D0-1E9A6DD1F270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40" creationId="{DFF2C1C6-F540-6685-45CD-974C6496BCC3}"/>
          </ac:spMkLst>
        </pc:spChg>
        <pc:spChg chg="add mod">
          <ac:chgData name="KANG　HYO　LIM" userId="803037b5-35c6-4444-899a-9efafa1e9058" providerId="ADAL" clId="{C74645B2-B756-4BD0-8063-B3421C222799}" dt="2026-10-06T02:30:55.674" v="4168" actId="1076"/>
          <ac:spMkLst>
            <pc:docMk/>
            <pc:sldMk cId="2170055115" sldId="316"/>
            <ac:spMk id="45" creationId="{D3DAEA25-D5A2-4FE6-4224-5097A386DD76}"/>
          </ac:spMkLst>
        </pc:spChg>
        <pc:spChg chg="add mod">
          <ac:chgData name="KANG　HYO　LIM" userId="803037b5-35c6-4444-899a-9efafa1e9058" providerId="ADAL" clId="{C74645B2-B756-4BD0-8063-B3421C222799}" dt="2026-10-06T03:01:11.968" v="4577" actId="1076"/>
          <ac:spMkLst>
            <pc:docMk/>
            <pc:sldMk cId="2170055115" sldId="316"/>
            <ac:spMk id="47" creationId="{6811D96F-C4E8-8783-1D9C-747B4B99A494}"/>
          </ac:spMkLst>
        </pc:spChg>
        <pc:spChg chg="add mod">
          <ac:chgData name="KANG　HYO　LIM" userId="803037b5-35c6-4444-899a-9efafa1e9058" providerId="ADAL" clId="{C74645B2-B756-4BD0-8063-B3421C222799}" dt="2026-10-06T02:30:17.353" v="4165" actId="403"/>
          <ac:spMkLst>
            <pc:docMk/>
            <pc:sldMk cId="2170055115" sldId="316"/>
            <ac:spMk id="49" creationId="{1B26EEC2-60CF-6436-604E-5CECB044CAF0}"/>
          </ac:spMkLst>
        </pc:spChg>
        <pc:spChg chg="add mod">
          <ac:chgData name="KANG　HYO　LIM" userId="803037b5-35c6-4444-899a-9efafa1e9058" providerId="ADAL" clId="{C74645B2-B756-4BD0-8063-B3421C222799}" dt="2026-10-06T03:01:23.297" v="4592" actId="1076"/>
          <ac:spMkLst>
            <pc:docMk/>
            <pc:sldMk cId="2170055115" sldId="316"/>
            <ac:spMk id="51" creationId="{24455BFB-1D29-DD74-1E03-A1416777F894}"/>
          </ac:spMkLst>
        </pc:spChg>
        <pc:spChg chg="add mod">
          <ac:chgData name="KANG　HYO　LIM" userId="803037b5-35c6-4444-899a-9efafa1e9058" providerId="ADAL" clId="{C74645B2-B756-4BD0-8063-B3421C222799}" dt="2026-10-06T03:01:48.764" v="4597" actId="14100"/>
          <ac:spMkLst>
            <pc:docMk/>
            <pc:sldMk cId="2170055115" sldId="316"/>
            <ac:spMk id="53" creationId="{4F822EBB-0BB7-CDFF-FD90-7C76A87528EC}"/>
          </ac:spMkLst>
        </pc:spChg>
        <pc:cxnChg chg="add mod">
          <ac:chgData name="KANG　HYO　LIM" userId="803037b5-35c6-4444-899a-9efafa1e9058" providerId="ADAL" clId="{C74645B2-B756-4BD0-8063-B3421C222799}" dt="2026-10-06T02:31:00.938" v="4169" actId="478"/>
          <ac:cxnSpMkLst>
            <pc:docMk/>
            <pc:sldMk cId="2170055115" sldId="316"/>
            <ac:cxnSpMk id="44" creationId="{96772FE0-844F-FA52-DCC5-3D1437D3C860}"/>
          </ac:cxnSpMkLst>
        </pc:cxnChg>
        <pc:cxnChg chg="add mod">
          <ac:chgData name="KANG　HYO　LIM" userId="803037b5-35c6-4444-899a-9efafa1e9058" providerId="ADAL" clId="{C74645B2-B756-4BD0-8063-B3421C222799}" dt="2026-10-06T03:02:02.486" v="4599" actId="13822"/>
          <ac:cxnSpMkLst>
            <pc:docMk/>
            <pc:sldMk cId="2170055115" sldId="316"/>
            <ac:cxnSpMk id="55" creationId="{B7427E01-CD62-D0C8-2EF6-A48EAE6862B5}"/>
          </ac:cxnSpMkLst>
        </pc:cxnChg>
        <pc:cxnChg chg="add mod">
          <ac:chgData name="KANG　HYO　LIM" userId="803037b5-35c6-4444-899a-9efafa1e9058" providerId="ADAL" clId="{C74645B2-B756-4BD0-8063-B3421C222799}" dt="2026-10-06T03:02:12.715" v="4604" actId="1076"/>
          <ac:cxnSpMkLst>
            <pc:docMk/>
            <pc:sldMk cId="2170055115" sldId="316"/>
            <ac:cxnSpMk id="56" creationId="{490D60F1-E7A9-075A-275B-80860D18BE33}"/>
          </ac:cxnSpMkLst>
        </pc:cxnChg>
      </pc:sldChg>
      <pc:sldChg chg="addSp modSp new mod">
        <pc:chgData name="KANG　HYO　LIM" userId="803037b5-35c6-4444-899a-9efafa1e9058" providerId="ADAL" clId="{C74645B2-B756-4BD0-8063-B3421C222799}" dt="2026-10-08T08:03:23.824" v="4951" actId="1037"/>
        <pc:sldMkLst>
          <pc:docMk/>
          <pc:sldMk cId="3200735502" sldId="317"/>
        </pc:sldMkLst>
        <pc:spChg chg="add mod">
          <ac:chgData name="KANG　HYO　LIM" userId="803037b5-35c6-4444-899a-9efafa1e9058" providerId="ADAL" clId="{C74645B2-B756-4BD0-8063-B3421C222799}" dt="2026-10-08T07:54:51.728" v="4837"/>
          <ac:spMkLst>
            <pc:docMk/>
            <pc:sldMk cId="3200735502" sldId="317"/>
            <ac:spMk id="5" creationId="{332C1D09-C149-246D-A08D-1D88118B6E31}"/>
          </ac:spMkLst>
        </pc:spChg>
        <pc:spChg chg="add mod">
          <ac:chgData name="KANG　HYO　LIM" userId="803037b5-35c6-4444-899a-9efafa1e9058" providerId="ADAL" clId="{C74645B2-B756-4BD0-8063-B3421C222799}" dt="2026-10-08T08:01:38.172" v="4931" actId="14100"/>
          <ac:spMkLst>
            <pc:docMk/>
            <pc:sldMk cId="3200735502" sldId="317"/>
            <ac:spMk id="6" creationId="{5A5D26F8-C000-ADEB-6A52-37D2C5141BF4}"/>
          </ac:spMkLst>
        </pc:spChg>
        <pc:spChg chg="add mod">
          <ac:chgData name="KANG　HYO　LIM" userId="803037b5-35c6-4444-899a-9efafa1e9058" providerId="ADAL" clId="{C74645B2-B756-4BD0-8063-B3421C222799}" dt="2026-10-08T08:00:43.286" v="4914" actId="1076"/>
          <ac:spMkLst>
            <pc:docMk/>
            <pc:sldMk cId="3200735502" sldId="317"/>
            <ac:spMk id="11" creationId="{650E6F52-01DE-BE11-613B-613E8A100BC7}"/>
          </ac:spMkLst>
        </pc:spChg>
        <pc:spChg chg="add mod">
          <ac:chgData name="KANG　HYO　LIM" userId="803037b5-35c6-4444-899a-9efafa1e9058" providerId="ADAL" clId="{C74645B2-B756-4BD0-8063-B3421C222799}" dt="2026-10-08T08:01:44.240" v="4932" actId="1076"/>
          <ac:spMkLst>
            <pc:docMk/>
            <pc:sldMk cId="3200735502" sldId="317"/>
            <ac:spMk id="20" creationId="{D211765B-CD55-7818-C94F-2FD51F11735F}"/>
          </ac:spMkLst>
        </pc:spChg>
        <pc:spChg chg="add mod">
          <ac:chgData name="KANG　HYO　LIM" userId="803037b5-35c6-4444-899a-9efafa1e9058" providerId="ADAL" clId="{C74645B2-B756-4BD0-8063-B3421C222799}" dt="2026-10-08T08:02:50.420" v="4941" actId="1076"/>
          <ac:spMkLst>
            <pc:docMk/>
            <pc:sldMk cId="3200735502" sldId="317"/>
            <ac:spMk id="23" creationId="{0A336F45-5EE5-CF92-0C1F-608A2E03F7DB}"/>
          </ac:spMkLst>
        </pc:spChg>
        <pc:spChg chg="add mod">
          <ac:chgData name="KANG　HYO　LIM" userId="803037b5-35c6-4444-899a-9efafa1e9058" providerId="ADAL" clId="{C74645B2-B756-4BD0-8063-B3421C222799}" dt="2026-10-08T08:03:23.824" v="4951" actId="1037"/>
          <ac:spMkLst>
            <pc:docMk/>
            <pc:sldMk cId="3200735502" sldId="317"/>
            <ac:spMk id="25" creationId="{B32ABDB5-D379-7825-5594-DDEF1F981EF7}"/>
          </ac:spMkLst>
        </pc:spChg>
        <pc:picChg chg="add mod">
          <ac:chgData name="KANG　HYO　LIM" userId="803037b5-35c6-4444-899a-9efafa1e9058" providerId="ADAL" clId="{C74645B2-B756-4BD0-8063-B3421C222799}" dt="2026-10-08T07:59:49.811" v="4845" actId="1076"/>
          <ac:picMkLst>
            <pc:docMk/>
            <pc:sldMk cId="3200735502" sldId="317"/>
            <ac:picMk id="3" creationId="{03395C2D-0571-9E66-08F8-405E4DEF0096}"/>
          </ac:picMkLst>
        </pc:picChg>
        <pc:cxnChg chg="add mod">
          <ac:chgData name="KANG　HYO　LIM" userId="803037b5-35c6-4444-899a-9efafa1e9058" providerId="ADAL" clId="{C74645B2-B756-4BD0-8063-B3421C222799}" dt="2026-10-08T08:01:38.172" v="4931" actId="14100"/>
          <ac:cxnSpMkLst>
            <pc:docMk/>
            <pc:sldMk cId="3200735502" sldId="317"/>
            <ac:cxnSpMk id="8" creationId="{7B1970F5-3535-3856-BA0E-A0002EBAD8D0}"/>
          </ac:cxnSpMkLst>
        </pc:cxnChg>
        <pc:cxnChg chg="add mod">
          <ac:chgData name="KANG　HYO　LIM" userId="803037b5-35c6-4444-899a-9efafa1e9058" providerId="ADAL" clId="{C74645B2-B756-4BD0-8063-B3421C222799}" dt="2026-10-08T08:01:26.392" v="4924" actId="14100"/>
          <ac:cxnSpMkLst>
            <pc:docMk/>
            <pc:sldMk cId="3200735502" sldId="317"/>
            <ac:cxnSpMk id="12" creationId="{E9A6792E-FAE7-29E1-F27D-D08EE53CE00C}"/>
          </ac:cxnSpMkLst>
        </pc:cxnChg>
      </pc:sldChg>
      <pc:sldChg chg="addSp modSp new mod ord">
        <pc:chgData name="KANG　HYO　LIM" userId="803037b5-35c6-4444-899a-9efafa1e9058" providerId="ADAL" clId="{C74645B2-B756-4BD0-8063-B3421C222799}" dt="2026-10-09T04:10:08.753" v="5739" actId="20577"/>
        <pc:sldMkLst>
          <pc:docMk/>
          <pc:sldMk cId="667549269" sldId="318"/>
        </pc:sldMkLst>
        <pc:spChg chg="add mod">
          <ac:chgData name="KANG　HYO　LIM" userId="803037b5-35c6-4444-899a-9efafa1e9058" providerId="ADAL" clId="{C74645B2-B756-4BD0-8063-B3421C222799}" dt="2026-10-09T04:10:08.753" v="5739" actId="20577"/>
          <ac:spMkLst>
            <pc:docMk/>
            <pc:sldMk cId="667549269" sldId="318"/>
            <ac:spMk id="3" creationId="{BE6A93A9-7E99-6980-04AE-675EC455D1ED}"/>
          </ac:spMkLst>
        </pc:spChg>
        <pc:spChg chg="add mod">
          <ac:chgData name="KANG　HYO　LIM" userId="803037b5-35c6-4444-899a-9efafa1e9058" providerId="ADAL" clId="{C74645B2-B756-4BD0-8063-B3421C222799}" dt="2026-10-09T02:40:32.512" v="5123" actId="20577"/>
          <ac:spMkLst>
            <pc:docMk/>
            <pc:sldMk cId="667549269" sldId="318"/>
            <ac:spMk id="5" creationId="{902BFA43-B70D-EBCA-282B-B9D83C56D40C}"/>
          </ac:spMkLst>
        </pc:spChg>
      </pc:sldChg>
      <pc:sldChg chg="addSp delSp modSp new del mod">
        <pc:chgData name="KANG　HYO　LIM" userId="803037b5-35c6-4444-899a-9efafa1e9058" providerId="ADAL" clId="{C74645B2-B756-4BD0-8063-B3421C222799}" dt="2026-10-09T02:33:30.364" v="5101" actId="47"/>
        <pc:sldMkLst>
          <pc:docMk/>
          <pc:sldMk cId="1988308946" sldId="318"/>
        </pc:sldMkLst>
        <pc:spChg chg="add mod">
          <ac:chgData name="KANG　HYO　LIM" userId="803037b5-35c6-4444-899a-9efafa1e9058" providerId="ADAL" clId="{C74645B2-B756-4BD0-8063-B3421C222799}" dt="2026-10-09T02:19:40.821" v="5079" actId="20577"/>
          <ac:spMkLst>
            <pc:docMk/>
            <pc:sldMk cId="1988308946" sldId="318"/>
            <ac:spMk id="3" creationId="{CDA9EAB4-1AF1-3F6B-CB72-D672E3A9D3E5}"/>
          </ac:spMkLst>
        </pc:spChg>
        <pc:spChg chg="add mod">
          <ac:chgData name="KANG　HYO　LIM" userId="803037b5-35c6-4444-899a-9efafa1e9058" providerId="ADAL" clId="{C74645B2-B756-4BD0-8063-B3421C222799}" dt="2026-10-09T02:31:47.107" v="5099" actId="1076"/>
          <ac:spMkLst>
            <pc:docMk/>
            <pc:sldMk cId="1988308946" sldId="318"/>
            <ac:spMk id="7" creationId="{8609C01C-A1F5-DD0B-8E7E-382FB9C78974}"/>
          </ac:spMkLst>
        </pc:spChg>
        <pc:graphicFrameChg chg="add mod modGraphic">
          <ac:chgData name="KANG　HYO　LIM" userId="803037b5-35c6-4444-899a-9efafa1e9058" providerId="ADAL" clId="{C74645B2-B756-4BD0-8063-B3421C222799}" dt="2026-10-09T02:31:39.075" v="5098" actId="255"/>
          <ac:graphicFrameMkLst>
            <pc:docMk/>
            <pc:sldMk cId="1988308946" sldId="318"/>
            <ac:graphicFrameMk id="8" creationId="{A83CD2B5-E166-D83B-0F3B-BB3709AE073A}"/>
          </ac:graphicFrameMkLst>
        </pc:graphicFrameChg>
        <pc:picChg chg="add del mod">
          <ac:chgData name="KANG　HYO　LIM" userId="803037b5-35c6-4444-899a-9efafa1e9058" providerId="ADAL" clId="{C74645B2-B756-4BD0-8063-B3421C222799}" dt="2026-10-09T01:50:40.868" v="5035" actId="478"/>
          <ac:picMkLst>
            <pc:docMk/>
            <pc:sldMk cId="1988308946" sldId="318"/>
            <ac:picMk id="5" creationId="{B830E6F5-3B5A-A5E9-47D4-B2FE5296A7EB}"/>
          </ac:picMkLst>
        </pc:picChg>
      </pc:sldChg>
      <pc:sldChg chg="addSp modSp new del mod">
        <pc:chgData name="KANG　HYO　LIM" userId="803037b5-35c6-4444-899a-9efafa1e9058" providerId="ADAL" clId="{C74645B2-B756-4BD0-8063-B3421C222799}" dt="2026-10-09T02:33:14.316" v="5100" actId="47"/>
        <pc:sldMkLst>
          <pc:docMk/>
          <pc:sldMk cId="2435056166" sldId="319"/>
        </pc:sldMkLst>
        <pc:spChg chg="add mod">
          <ac:chgData name="KANG　HYO　LIM" userId="803037b5-35c6-4444-899a-9efafa1e9058" providerId="ADAL" clId="{C74645B2-B756-4BD0-8063-B3421C222799}" dt="2026-10-08T08:14:57.459" v="5031" actId="20577"/>
          <ac:spMkLst>
            <pc:docMk/>
            <pc:sldMk cId="2435056166" sldId="319"/>
            <ac:spMk id="3" creationId="{98EC57D6-E166-421E-850E-1F9C7E0A89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769A6-82D2-42A2-B3C4-39DBC886D17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01017-B5A0-438A-AF0E-6C0326B1C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E9B8-79BC-CD0B-39E2-03644BE0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EDE77-688F-14A0-5A8A-BD615BEE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6EEC-60F3-7395-FF34-19C26AB94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A14F7-821A-6A48-E4E9-34C3D564F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91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6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the observed multimorbidity clustering is 67.6% of the way from independence to maximum clustering, using P(≥2) as the calibration summary.</a:t>
            </a:r>
            <a:endParaRPr lang="en-US" sz="1200" dirty="0"/>
          </a:p>
          <a:p>
            <a:r>
              <a:rPr lang="en-GB" dirty="0"/>
              <a:t>the fraction of the distance from independence toward maximum clustering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01017-B5A0-438A-AF0E-6C0326B1CAB3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15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BA4E7-BB72-63E9-DFB6-4814C9444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771855-5098-1C1F-CA21-5B89A8936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4E42DA-8871-240A-63FE-78A37374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D8634-F39D-D693-CDFA-D7B08200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DB408-1B66-A209-D8A8-5211010E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13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329E8-E47F-3374-20B4-7F6CEDD6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A80ED1-5767-8407-F53C-F85D64D9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7973F-09E3-59E3-1290-7FBED9D5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BDD2D-9EBB-1C35-E218-25CB130D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5F710E-E70D-E005-54A9-5012A08F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B0888-2339-59B6-5216-243B884C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58184C-7720-7A43-B5C9-38FF893F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24CE1-3FA3-6588-63DF-41CF0FD4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06029-A0E6-01A0-97B3-B675AB7F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AD32F-DD60-483A-F1AC-7D63FEA8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7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354B2-E50E-F0DD-FD9A-73BA6C6A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74BB8-58A8-B3F2-7516-1F6E27C37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14927B-343F-7A5A-A17F-C423C776F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77D823-1B74-522B-CAB5-02CFDFB2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6FD10-AA75-0DAA-DAD6-26F5CD56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EE5D73-573B-EE6C-1DF0-8E356D22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F6F26-D51B-7880-20B9-30815D5F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CA1D96-780C-C5CF-EE57-8FC568A03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648A-79A8-4C83-9EB2-E8359C660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12F49F-CD61-0770-9799-1C146019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955420-7349-1AB1-CA61-CDF5A1874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009A14-8960-F3F1-9CA3-082DCB32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177EC-6CE4-61A2-18FB-60376668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289536-CC29-C9EB-9E58-550BD3EE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5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5408E-5F47-172C-E134-2A5DDF11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AA8E96-EAA7-937F-2DE7-F0620893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143788-3DBB-D41B-0834-F523B7C5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12DD74-E8CF-E0D5-8646-740BD9C6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37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99DE96-DF06-9801-7A7F-8B190A00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3A9957-895D-64B8-F2F8-64423911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EFB25F-A4A8-8E21-A460-BB1ABCD1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4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77D8B-2129-6C43-4245-412B8A4C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1CF7C-B9F1-4D9E-59F3-AB3C394D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2D106E-575B-DE4D-A8DD-9EA689A8A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23E3E8-3097-44AF-6A80-54AEE979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0935F4-1330-8430-9AEF-06E763B6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62A6A-ADFB-7FE5-49D5-3982FB98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2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071638-403D-2DCE-7989-B8D56F0C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7B43C1-C399-D9ED-2F43-5A3188B8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FC644C-BDEC-61FE-55E5-8482A1774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6FB02C-E64C-47C1-A308-6F82E955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76EA1-7EDE-B329-3E50-DC015CA6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275E1D-CCB7-BD06-8D1C-DFDBCA7E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61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96854-FF8E-A690-C390-04A17808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124DB2-5D2F-413C-08AE-5557F0FE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5B161-886B-D914-B51A-949AEB77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668F4-5B62-1F1F-14EA-F2DD5791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4CBC8-C755-4625-3BF9-3D36FE16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4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8E8712-297C-1295-FE85-019AA283A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F802C4-C68F-10D0-07CC-06B32DDC4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5DDD4-DCBB-706B-4493-812AB4AA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EDD55-3568-C13E-D5A6-5D131625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BAA5D-6BFC-5222-1AA6-0B02AF98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7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06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5E014E-581F-7076-7E40-F71321A1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BD31C8-C1D5-696F-87A8-F3BC3B007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ED7A2-7AF5-3A10-59EB-AAE338BE3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34FF8-E992-4F1C-A092-EDB5F049D433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9C932-613B-C51C-865D-713C89F31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25CCF-4E78-5274-8583-86B544927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96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lana.2025.101177" TargetMode="External"/><Relationship Id="rId3" Type="http://schemas.openxmlformats.org/officeDocument/2006/relationships/hyperlink" Target="https://doi.org/10.1093/trstmh/try127" TargetMode="External"/><Relationship Id="rId7" Type="http://schemas.openxmlformats.org/officeDocument/2006/relationships/hyperlink" Target="https://doi.org/10.1111/tmi.14088" TargetMode="External"/><Relationship Id="rId2" Type="http://schemas.openxmlformats.org/officeDocument/2006/relationships/hyperlink" Target="https://doi.org/10.1590/0037-8682-0167-2019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7/S0950268808001167" TargetMode="External"/><Relationship Id="rId5" Type="http://schemas.openxmlformats.org/officeDocument/2006/relationships/hyperlink" Target="https://doi.org/10.1371/journal.pone.0260939" TargetMode="External"/><Relationship Id="rId10" Type="http://schemas.openxmlformats.org/officeDocument/2006/relationships/hyperlink" Target="https://doi.org/10.1371/journal.pone.0296131" TargetMode="External"/><Relationship Id="rId4" Type="http://schemas.openxmlformats.org/officeDocument/2006/relationships/hyperlink" Target="https://doi.org/10.1093/cid/ciaa1038" TargetMode="External"/><Relationship Id="rId9" Type="http://schemas.openxmlformats.org/officeDocument/2006/relationships/hyperlink" Target="https://doi.org/10.1016/j.ijid.2017.12.018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Comorbidity-stratified burden model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1F3D0F7-7A3A-8C33-0343-DEEF3E884CF0}"/>
              </a:ext>
            </a:extLst>
          </p:cNvPr>
          <p:cNvSpPr/>
          <p:nvPr/>
        </p:nvSpPr>
        <p:spPr>
          <a:xfrm>
            <a:off x="503072" y="1136611"/>
            <a:ext cx="11185855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800" b="1">
                <a:latin typeface="Calibri" panose="020F0502020204030204" pitchFamily="34" charset="0"/>
                <a:cs typeface="Calibri" panose="020F0502020204030204" pitchFamily="34" charset="0"/>
              </a:rPr>
              <a:t>How chikungunya hospitalisation and mortality risk differ by age and underlying conditions </a:t>
            </a:r>
          </a:p>
          <a:p>
            <a:endParaRPr lang="en-GB" sz="28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>
                <a:latin typeface="Calibri" panose="020F0502020204030204" pitchFamily="34" charset="0"/>
                <a:cs typeface="Calibri" panose="020F0502020204030204" pitchFamily="34" charset="0"/>
              </a:rPr>
              <a:t>0, 1, and 2+ underlying conditions</a:t>
            </a:r>
            <a:r>
              <a:rPr lang="en-GB" sz="2000">
                <a:latin typeface="Calibri" panose="020F0502020204030204" pitchFamily="34" charset="0"/>
                <a:cs typeface="Calibri" panose="020F0502020204030204" pitchFamily="34" charset="0"/>
              </a:rPr>
              <a:t>, with individual conditions as a secondary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u="sng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Age- and comorbidity-specific disease burden and vaccine benefit–risk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289363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FD522D-CF30-2044-CF9C-AE4FC6FE4B53}"/>
                  </a:ext>
                </a:extLst>
              </p:cNvPr>
              <p:cNvSpPr txBox="1"/>
              <p:nvPr/>
            </p:nvSpPr>
            <p:spPr>
              <a:xfrm>
                <a:off x="670033" y="776070"/>
                <a:ext cx="9047747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𝑠𝑦𝑚𝑝𝑡𝑜𝑚𝑎𝑡𝑖𝑐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 ∗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FD522D-CF30-2044-CF9C-AE4FC6FE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33" y="776070"/>
                <a:ext cx="9047747" cy="399405"/>
              </a:xfrm>
              <a:prstGeom prst="rect">
                <a:avLst/>
              </a:prstGeom>
              <a:blipFill>
                <a:blip r:embed="rId2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F4B809-053E-BD4C-858B-F96263A29322}"/>
              </a:ext>
            </a:extLst>
          </p:cNvPr>
          <p:cNvCxnSpPr/>
          <p:nvPr/>
        </p:nvCxnSpPr>
        <p:spPr>
          <a:xfrm flipV="1">
            <a:off x="2605414" y="1402915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56855D-827C-A3BA-633E-0FAAD3776407}"/>
              </a:ext>
            </a:extLst>
          </p:cNvPr>
          <p:cNvCxnSpPr/>
          <p:nvPr/>
        </p:nvCxnSpPr>
        <p:spPr>
          <a:xfrm flipV="1">
            <a:off x="7580335" y="1367424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34FB7B-E9CF-D76D-A066-3A5258FDE3AC}"/>
              </a:ext>
            </a:extLst>
          </p:cNvPr>
          <p:cNvSpPr txBox="1"/>
          <p:nvPr/>
        </p:nvSpPr>
        <p:spPr>
          <a:xfrm>
            <a:off x="1390391" y="2567836"/>
            <a:ext cx="2317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Determined by FOI (catalytic model) </a:t>
            </a:r>
          </a:p>
          <a:p>
            <a:pPr marL="285750" indent="-285750">
              <a:buFontTx/>
              <a:buChar char="-"/>
            </a:pPr>
            <a:r>
              <a:rPr lang="en-GB"/>
              <a:t>Vary across age, country </a:t>
            </a:r>
          </a:p>
          <a:p>
            <a:pPr marL="285750" indent="-285750">
              <a:buFontTx/>
              <a:buChar char="-"/>
            </a:pPr>
            <a:r>
              <a:rPr lang="en-GB"/>
              <a:t>Model predicted estimates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2C2D6-0BF0-36B5-FF26-FF982816F8E8}"/>
              </a:ext>
            </a:extLst>
          </p:cNvPr>
          <p:cNvSpPr txBox="1"/>
          <p:nvPr/>
        </p:nvSpPr>
        <p:spPr>
          <a:xfrm>
            <a:off x="6096000" y="2586507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Prevalence of background comorbidity groups </a:t>
            </a:r>
          </a:p>
          <a:p>
            <a:r>
              <a:rPr lang="en-GB"/>
              <a:t>- Determined by IHME data</a:t>
            </a:r>
          </a:p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4DF1D5-B875-07AF-C203-58B37CD5B111}"/>
              </a:ext>
            </a:extLst>
          </p:cNvPr>
          <p:cNvSpPr/>
          <p:nvPr/>
        </p:nvSpPr>
        <p:spPr>
          <a:xfrm>
            <a:off x="8281792" y="668884"/>
            <a:ext cx="914399" cy="61377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0A1A7E-9D13-5656-318B-CDAD4A8239AA}"/>
              </a:ext>
            </a:extLst>
          </p:cNvPr>
          <p:cNvCxnSpPr/>
          <p:nvPr/>
        </p:nvCxnSpPr>
        <p:spPr>
          <a:xfrm flipV="1">
            <a:off x="8885129" y="1367424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059B61-439D-59D0-2F21-F9C66BEF9241}"/>
              </a:ext>
            </a:extLst>
          </p:cNvPr>
          <p:cNvSpPr txBox="1"/>
          <p:nvPr/>
        </p:nvSpPr>
        <p:spPr>
          <a:xfrm>
            <a:off x="8738991" y="2551837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Country-, age-, and comorbidity-specific hospitalisation probability among symptomatic CHIKV cases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EBB35-D65E-B266-DBB4-691E9398EA2D}"/>
              </a:ext>
            </a:extLst>
          </p:cNvPr>
          <p:cNvCxnSpPr/>
          <p:nvPr/>
        </p:nvCxnSpPr>
        <p:spPr>
          <a:xfrm flipV="1">
            <a:off x="4922728" y="1402915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75FD01-19E6-D95A-71E6-B58EA86A67EC}"/>
              </a:ext>
            </a:extLst>
          </p:cNvPr>
          <p:cNvSpPr txBox="1"/>
          <p:nvPr/>
        </p:nvSpPr>
        <p:spPr>
          <a:xfrm>
            <a:off x="3993715" y="2464719"/>
            <a:ext cx="188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Constant across age, country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9A6F8-52BF-C4EC-5F73-42E75C02FCD1}"/>
              </a:ext>
            </a:extLst>
          </p:cNvPr>
          <p:cNvSpPr txBox="1"/>
          <p:nvPr/>
        </p:nvSpPr>
        <p:spPr>
          <a:xfrm>
            <a:off x="7874695" y="4340833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solidFill>
                  <a:schemeClr val="accent1"/>
                </a:solidFill>
              </a:rPr>
              <a:t>If unavailable: calibrate country-specific overall age-specific hospitalisation rates using Brazil-derived comorbidity RRs.</a:t>
            </a:r>
          </a:p>
        </p:txBody>
      </p:sp>
    </p:spTree>
    <p:extLst>
      <p:ext uri="{BB962C8B-B14F-4D97-AF65-F5344CB8AC3E}">
        <p14:creationId xmlns:p14="http://schemas.microsoft.com/office/powerpoint/2010/main" val="69041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hospitalisation risk by age and comorbidity</a:t>
            </a:r>
            <a:endParaRPr lang="en-US" sz="2500"/>
          </a:p>
        </p:txBody>
      </p:sp>
      <p:pic>
        <p:nvPicPr>
          <p:cNvPr id="4" name="Image 0" descr="/mnt/data/pptx_unzip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7" y="1051560"/>
            <a:ext cx="5594266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45262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confirmed chikungunya surveillance records from Brazil, 2017–2024.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hospitalisation among confirmed cases.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Predictors: age, sex, and comorbidity-count group.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flexible age-specific risk with no-comorbidity as the reference group.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hospitalisation relative risks</a:t>
            </a:r>
            <a:endParaRPr lang="en-US" sz="2500"/>
          </a:p>
        </p:txBody>
      </p:sp>
      <p:pic>
        <p:nvPicPr>
          <p:cNvPr id="4" name="Image 0" descr="/mnt/data/pptx_unzip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10" y="758951"/>
            <a:ext cx="6954438" cy="579729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1" y="1508760"/>
            <a:ext cx="1745166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3720" y="2514600"/>
            <a:ext cx="5288280" cy="23140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hospitalisation risk is averaged across female and male patients within each age–comorbidity stratum.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 risks compare each comorbidity group to the no-comorbidity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baseline hospitalization probability among those who aged 20s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Fatality risk and death relative risks</a:t>
            </a:r>
            <a:endParaRPr lang="en-US" sz="2500"/>
          </a:p>
        </p:txBody>
      </p:sp>
      <p:pic>
        <p:nvPicPr>
          <p:cNvPr id="4" name="Image 0" descr="/mnt/data/pptx_unzip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4856509" cy="5871443"/>
          </a:xfrm>
          <a:prstGeom prst="rect">
            <a:avLst/>
          </a:prstGeom>
        </p:spPr>
      </p:pic>
      <p:pic>
        <p:nvPicPr>
          <p:cNvPr id="5" name="Image 1" descr="/mnt/data/pptx_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025891"/>
            <a:ext cx="4856508" cy="587144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EBB55DD-C545-52C1-BA06-1ECE02266A0C}"/>
              </a:ext>
            </a:extLst>
          </p:cNvPr>
          <p:cNvSpPr/>
          <p:nvPr/>
        </p:nvSpPr>
        <p:spPr>
          <a:xfrm>
            <a:off x="304800" y="417096"/>
            <a:ext cx="3314700" cy="2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risk of </a:t>
            </a:r>
            <a:r>
              <a:rPr lang="en-US" sz="2500" b="1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</a:t>
            </a: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condition </a:t>
            </a:r>
            <a:endParaRPr lang="en-US" sz="250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E407469-42CF-187F-51CB-DCFC2F29EA19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124209-2974-7F86-27AA-9FFC31683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087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0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F444F20-4918-5517-8A48-DAF9DE3D3C29}"/>
              </a:ext>
            </a:extLst>
          </p:cNvPr>
          <p:cNvSpPr/>
          <p:nvPr/>
        </p:nvSpPr>
        <p:spPr>
          <a:xfrm>
            <a:off x="304800" y="417096"/>
            <a:ext cx="3314700" cy="2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risk of death for each condition </a:t>
            </a:r>
            <a:endParaRPr lang="en-US" sz="250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44EA5F5-F5D1-5E0E-F216-F1D3D4D343CD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285AAA-EC3F-0849-7702-08C9922C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1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6474A-657B-FFA7-E61E-6A22C19C87B5}"/>
              </a:ext>
            </a:extLst>
          </p:cNvPr>
          <p:cNvSpPr txBox="1"/>
          <p:nvPr/>
        </p:nvSpPr>
        <p:spPr>
          <a:xfrm>
            <a:off x="304800" y="401053"/>
            <a:ext cx="11678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Age interaction: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FF0000"/>
                </a:solidFill>
              </a:rPr>
              <a:t>Relative risks of hospitalisation and deaths by age, comorbidity group, and individual condition are based only on Brazil data – extrapolation to other countries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FF0000"/>
                </a:solidFill>
              </a:rPr>
              <a:t>How to improve transportability?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Age interaction: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/>
              <a:t>Is there any age-modifying effect on relative risk given that number of comorbidities are the same?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Severe or hospitalised cases are more likely to be captured in the surveillance system – selection bias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1D5B1-B27A-67C1-78DC-2F158C36AE56}"/>
                  </a:ext>
                </a:extLst>
              </p:cNvPr>
              <p:cNvSpPr txBox="1"/>
              <p:nvPr/>
            </p:nvSpPr>
            <p:spPr>
              <a:xfrm>
                <a:off x="1171074" y="2955598"/>
                <a:ext cx="9047747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𝑠𝑦𝑚𝑝𝑡𝑜𝑚𝑎𝑡𝑖𝑐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 ∗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1D5B1-B27A-67C1-78DC-2F158C36A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74" y="2955598"/>
                <a:ext cx="9047747" cy="399405"/>
              </a:xfrm>
              <a:prstGeom prst="rect">
                <a:avLst/>
              </a:prstGeom>
              <a:blipFill>
                <a:blip r:embed="rId2"/>
                <a:stretch>
                  <a:fillRect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85E73F-B065-DF10-2765-E17B37B6DD18}"/>
              </a:ext>
            </a:extLst>
          </p:cNvPr>
          <p:cNvSpPr txBox="1"/>
          <p:nvPr/>
        </p:nvSpPr>
        <p:spPr>
          <a:xfrm>
            <a:off x="513347" y="3902402"/>
            <a:ext cx="11678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/>
              <a:t>Comorbidity and age specific chikungunya disease burden and benefit-risk of vaccine(s) across Latin American countries 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GB" sz="2000"/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1. Country specific hospitalisation data (preferably age-specific)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2. Country specific chikungunya case fatality data (preferably age-specific) 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3. (at least above two) will make strong evidence on CHIKVD burden across age/comorbid groups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4. (if possible), country specific CHIKV case data along with their comorbidity status (as in Brazil)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6649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prevalence of underlying conditions by age</a:t>
            </a:r>
            <a:endParaRPr lang="en-US" sz="2500"/>
          </a:p>
        </p:txBody>
      </p:sp>
      <p:pic>
        <p:nvPicPr>
          <p:cNvPr id="4" name="Image 0" descr="/mnt/data/pptx_unzip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902"/>
            <a:ext cx="6400800" cy="4516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417320"/>
            <a:ext cx="3931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GBD prevalence of underlying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underlying conditions were aligned with variables observed in SINAN Brazil surveillance.</a:t>
            </a:r>
            <a:endParaRPr lang="en-US" sz="123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is available by country and 5-year age group.</a:t>
            </a:r>
            <a:endParaRPr lang="en-US" sz="123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disease prevalence to individual disease status</a:t>
            </a:r>
            <a:endParaRPr lang="en-US" sz="2500"/>
          </a:p>
        </p:txBody>
      </p:sp>
      <p:pic>
        <p:nvPicPr>
          <p:cNvPr id="4" name="Image 0" descr="/mnt/data/pptx_unzip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91735"/>
            <a:ext cx="4572000" cy="2720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789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For each country × age group, create 10,000 synthetic individuals.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777240" y="160020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synthetic individual receives one standardised score for each of the seven conditions (randomly generated scores following normal distribution of N(0,1))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Thresholds for binary classification is defined based on observed prevalence of condition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Jointly combining 7x7 correlation matrix (</a:t>
            </a:r>
            <a:r>
              <a:rPr lang="en-US" sz="1200" err="1"/>
              <a:t>corr</a:t>
            </a:r>
            <a:r>
              <a:rPr lang="en-US" sz="1200"/>
              <a:t> score between 7 conditions) to updated scores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determines the condition-specific cut-off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10% prevalence corresponds to a cut-off of 1.28 because 90% of the bell curve lies below 1.28.</a:t>
            </a:r>
            <a:endParaRPr lang="en-US" sz="12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77240" y="3977640"/>
          <a:ext cx="5166360" cy="1005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Prevalence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Cut-off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Positive group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10%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0.52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30%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Renal disease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1.64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5%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correlations determine who receives overlapping conditions</a:t>
            </a:r>
            <a:endParaRPr lang="en-US" sz="2500"/>
          </a:p>
        </p:txBody>
      </p:sp>
      <p:pic>
        <p:nvPicPr>
          <p:cNvPr id="4" name="Image 0" descr="/mnt/data/pptx_unzip/ppt/media/image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9" y="1234439"/>
            <a:ext cx="6662853" cy="3331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2148840"/>
            <a:ext cx="3977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condition scores are first generated as standardised random scores.</a:t>
            </a:r>
            <a:endParaRPr lang="en-US" sz="117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age-specific correlation matrix then links the scores so related conditions tend to be high in the same synthetic individuals.</a:t>
            </a:r>
            <a:endParaRPr lang="en-US" sz="117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Cut-offs are not changed by the correlation step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disease-specific thresholds are applied after the scores are linked.</a:t>
            </a:r>
            <a:endParaRPr lang="en-US" sz="117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conditions within the synthetic population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After applying condition-specific cut-offs, each synthetic individual has seven binary disease indicators.</a:t>
            </a:r>
            <a:endParaRPr lang="en-US" sz="13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85800" y="1554480"/>
          <a:ext cx="6126480" cy="1874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Renal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Liver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Other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2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3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4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5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9520" y="1691640"/>
            <a:ext cx="118649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72000"/>
            <a:ext cx="10149840" cy="566928"/>
          </a:xfrm>
          <a:prstGeom prst="rect">
            <a:avLst/>
          </a:prstGeom>
          <a:solidFill>
            <a:srgbClr val="F7F8FA"/>
          </a:solidFill>
          <a:ln w="762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4"/>
          <p:cNvSpPr/>
          <p:nvPr/>
        </p:nvSpPr>
        <p:spPr>
          <a:xfrm>
            <a:off x="1078992" y="4690872"/>
            <a:ext cx="982065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1F2A44"/>
                </a:solidFill>
              </a:rPr>
              <a:t>The final output for each country × age group is mutually exclusive: P(0) + P(1) + P(2+) = 1.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by age and comorbidity status</a:t>
            </a:r>
            <a:endParaRPr lang="en-US" sz="2500"/>
          </a:p>
        </p:txBody>
      </p:sp>
      <p:pic>
        <p:nvPicPr>
          <p:cNvPr id="4" name="Image 0" descr="/mnt/data/pptx_unzip/ppt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9" y="1078992"/>
            <a:ext cx="539672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age groups can contribute substantial hospitalisation burden even with lower comorbidity prevalence because infection incidence is high.</a:t>
            </a:r>
            <a:endParaRPr lang="en-US" sz="1200"/>
          </a:p>
        </p:txBody>
      </p:sp>
      <p:sp>
        <p:nvSpPr>
          <p:cNvPr id="6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0B5A-6100-E434-2E6E-8B55DB84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C946CD-C6D4-1503-58A8-E43F7A27C6AC}"/>
              </a:ext>
            </a:extLst>
          </p:cNvPr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 burden by age and comorbidity status</a:t>
            </a:r>
            <a:endParaRPr lang="en-US" sz="25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F70C0D-E583-8EF6-D9D5-F62D6E06E51D}"/>
              </a:ext>
            </a:extLst>
          </p:cNvPr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and older age groups can contribute substantial mortality burden.</a:t>
            </a:r>
            <a:endParaRPr lang="en-US" sz="1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E4FB436-D841-D655-9C64-EE49269ACF6E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C14EF-A94B-F03B-1BDF-B876E788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28" y="935309"/>
            <a:ext cx="56877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29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differs by transmission archetype and comorbidity group</a:t>
            </a:r>
            <a:endParaRPr lang="en-US" sz="2500"/>
          </a:p>
        </p:txBody>
      </p:sp>
      <p:pic>
        <p:nvPicPr>
          <p:cNvPr id="4" name="Image 0" descr="/mnt/data/pptx_unzip/ppt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82" y="1051560"/>
            <a:ext cx="5989035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325880"/>
            <a:ext cx="38862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endemic equilibrium tends to have the lowest and most stable hospitalisation burden.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epidemic potential has the highest burden because susceptibility is high and risk is conditional on transmission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gradients persist across all archetypes.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887" y="2274849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Transmission archetype and </a:t>
            </a:r>
          </a:p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comorbidity-stratified burden model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step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13232" y="14904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Transmission history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480560" y="138074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Classify 103 countries into A–D archetypes based on sustained circulation, endemic equilibrium, episodic recurrence, or conditional potential.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905256" y="1801368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13232" y="245973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13232" y="2551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32588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Archetype-specific infection model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Replace lifelong continuous exposure with effective historical exposure duration and infection probability.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905256" y="2862072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13232" y="352044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13232" y="36118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32588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Comorbidity structure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4480560" y="35021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Convert 7 underlying-condition prevalences into mutually exclusive 0, 1, and 2+ comorbidity groups.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905256" y="3922776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13232" y="458114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46725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32588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Clinical risk and burden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480560" y="4562856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Apply comorbidity-specific hospitalisation and death risks, then compute hospitalisations, deaths and DALYs.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move beyond a single long-term catalytic model?</a:t>
            </a:r>
            <a:endParaRPr lang="en-US" sz="2500"/>
          </a:p>
        </p:txBody>
      </p:sp>
      <p:pic>
        <p:nvPicPr>
          <p:cNvPr id="5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92" y="859536"/>
            <a:ext cx="5256004" cy="4535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458468"/>
            <a:ext cx="5440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long-term average FOI can make all settings look as if exposure accumulated continuously throughout life.</a:t>
            </a:r>
            <a:endParaRPr lang="en-US" sz="132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problematic where chikungunya was introduced recently or occurs as episodic outbreaks.</a:t>
            </a:r>
            <a:endParaRPr lang="en-US" sz="132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catalytic model can therefore understate incidence and older-age burden in finite-history settings.</a:t>
            </a:r>
            <a:endParaRPr lang="en-US" sz="132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are classified into 4 archetypes</a:t>
            </a:r>
            <a:endParaRPr lang="en-US" sz="2500"/>
          </a:p>
        </p:txBody>
      </p:sp>
      <p:pic>
        <p:nvPicPr>
          <p:cNvPr id="5" name="Image 0" descr="/mnt/data/pptx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32" y="1283709"/>
            <a:ext cx="6885728" cy="3132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103 countries classified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7360920" y="169164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360920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A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7863840" y="17099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Finite circulation since introduction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10927080" y="1709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39</a:t>
            </a:r>
            <a:endParaRPr lang="en-US" sz="1150"/>
          </a:p>
        </p:txBody>
      </p:sp>
      <p:sp>
        <p:nvSpPr>
          <p:cNvPr id="11" name="Shape 8"/>
          <p:cNvSpPr/>
          <p:nvPr/>
        </p:nvSpPr>
        <p:spPr>
          <a:xfrm>
            <a:off x="7360920" y="2221992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60920" y="2258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B</a:t>
            </a:r>
            <a:endParaRPr lang="en-US" sz="850"/>
          </a:p>
        </p:txBody>
      </p:sp>
      <p:sp>
        <p:nvSpPr>
          <p:cNvPr id="13" name="Text 10"/>
          <p:cNvSpPr/>
          <p:nvPr/>
        </p:nvSpPr>
        <p:spPr>
          <a:xfrm>
            <a:off x="7863840" y="22402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Long-term endemic equilibrium</a:t>
            </a:r>
            <a:endParaRPr lang="en-US" sz="1150"/>
          </a:p>
        </p:txBody>
      </p:sp>
      <p:sp>
        <p:nvSpPr>
          <p:cNvPr id="14" name="Text 11"/>
          <p:cNvSpPr/>
          <p:nvPr/>
        </p:nvSpPr>
        <p:spPr>
          <a:xfrm>
            <a:off x="10927080" y="2240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12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7360920" y="2752344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360920" y="2788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C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7863840" y="2770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Episodic transmission</a:t>
            </a:r>
            <a:endParaRPr lang="en-US" sz="1150"/>
          </a:p>
        </p:txBody>
      </p:sp>
      <p:sp>
        <p:nvSpPr>
          <p:cNvPr id="18" name="Text 15"/>
          <p:cNvSpPr/>
          <p:nvPr/>
        </p:nvSpPr>
        <p:spPr>
          <a:xfrm>
            <a:off x="10927080" y="27706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42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7360920" y="328269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360920" y="33192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D</a:t>
            </a:r>
            <a:endParaRPr lang="en-US" sz="850"/>
          </a:p>
        </p:txBody>
      </p:sp>
      <p:sp>
        <p:nvSpPr>
          <p:cNvPr id="21" name="Text 18"/>
          <p:cNvSpPr/>
          <p:nvPr/>
        </p:nvSpPr>
        <p:spPr>
          <a:xfrm>
            <a:off x="7863840" y="33009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Conditional epidemic potential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10927080" y="3300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10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infection model: separate past exposure from current risk</a:t>
            </a:r>
            <a:endParaRPr lang="en-US" sz="2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1" y="1444752"/>
            <a:ext cx="3755730" cy="66790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1" y="1509433"/>
            <a:ext cx="3166946" cy="6032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1645920"/>
            <a:ext cx="0" cy="2971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105156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2A44"/>
                </a:solidFill>
              </a:rPr>
              <a:t>Historical immunity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1051560" y="2907792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is an effective historical exposure duration.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determines how much prior outbreaks have depleted susceptible population 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differs by archetype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>
          <a:xfrm>
            <a:off x="640080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2A44"/>
                </a:solidFill>
              </a:rPr>
              <a:t>Current burden year</a:t>
            </a:r>
            <a:endParaRPr lang="en-US" sz="1400"/>
          </a:p>
        </p:txBody>
      </p:sp>
      <p:sp>
        <p:nvSpPr>
          <p:cNvPr id="11" name="Text 7"/>
          <p:cNvSpPr/>
          <p:nvPr/>
        </p:nvSpPr>
        <p:spPr>
          <a:xfrm>
            <a:off x="6400800" y="2907792"/>
            <a:ext cx="46634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is the infection probability during the burden period.</a:t>
            </a:r>
            <a:endParaRPr lang="en-US" sz="1200"/>
          </a:p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continuous annual risk, q = 1 − exp(−λ).</a:t>
            </a:r>
            <a:endParaRPr lang="en-US" sz="1200"/>
          </a:p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episodic settings, q is annualised or conditional on an outbreak.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Finite circulation since introduction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A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Transmission history is capped by time since introduction.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645920"/>
            <a:ext cx="2926080" cy="594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1618488"/>
            <a:ext cx="323469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514600"/>
            <a:ext cx="5305750" cy="546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657600"/>
            <a:ext cx="5212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T_c is years since sustained transmission began in country c.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younger than T_c accumulate exposure according to age.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older than T_c are capped at T_c years of 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assigning a lifetime of exposure to older adults as in endemic setting</a:t>
            </a:r>
            <a:endParaRPr lang="en-US" sz="125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Long-term endemic equilibrium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B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This retains the simple catalytic assumption of continuous exposure from birth.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828800"/>
            <a:ext cx="1636999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1783080"/>
            <a:ext cx="3207434" cy="5486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743200"/>
            <a:ext cx="676656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840480"/>
            <a:ext cx="54864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exposure grows linearly with age.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cohorts have progressively lower susceptibility.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for countries where transmission is long established and repeatedly observed over time.</a:t>
            </a:r>
            <a:endParaRPr lang="en-US" sz="125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Episodic transmission with inter-epidemic periods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C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Historical exposure accumulates through discrete epidemic opportunities, not continuously every year.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645920"/>
            <a:ext cx="2286000" cy="457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1600199"/>
            <a:ext cx="2194112" cy="51609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645920"/>
            <a:ext cx="1979342" cy="46556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2606040"/>
            <a:ext cx="5087186" cy="51609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2633472"/>
            <a:ext cx="4010950" cy="63093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840480"/>
            <a:ext cx="6400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τ_c is the inter-epidemic interval; in PSA, τ_c is sampled across 7–20 years.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counts how many outbreak opportunities an age cohort has experienced.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h_out converts a long-term annual FOI into one outbreak-level cumulative hazard.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annualised burden averages a larger outbreak-year risk over epidemic and non-epidemic years.</a:t>
            </a:r>
            <a:endParaRPr lang="en-US" sz="1250"/>
          </a:p>
        </p:txBody>
      </p:sp>
      <p:sp>
        <p:nvSpPr>
          <p:cNvPr id="15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Conditional epidemic potential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D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D estimates burden conditional on epidemic transmission occurring; it is not an unconditional annual burden.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91640"/>
            <a:ext cx="3962401" cy="46828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606040"/>
            <a:ext cx="4638907" cy="4775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0" y="1600200"/>
            <a:ext cx="40233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assumes no prior sustained local transmission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susceptibility is 1 for all ages.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prior local transmission is later documented, E(D) can be replaced by known historical exposure.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P(outbreak) is not estimated here, D must be labelled as conditional epidemic potential.</a:t>
            </a:r>
            <a:endParaRPr lang="en-US" sz="120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1118585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6666"/>
                </a:solidFill>
              </a:rPr>
              <a:t>INFECTION RESULTS</a:t>
            </a:r>
            <a:endParaRPr lang="en-US" sz="75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Archetype-specific infection incidence</a:t>
            </a:r>
            <a:endParaRPr lang="en-US" sz="2500"/>
          </a:p>
        </p:txBody>
      </p:sp>
      <p:pic>
        <p:nvPicPr>
          <p:cNvPr id="5" name="Image 0" descr="/mnt/data/pptx_unzip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9" y="1106423"/>
            <a:ext cx="7620001" cy="5465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417320"/>
            <a:ext cx="44805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declines most strongly with age because exposure accumulates continuously from birth.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 flatter older-age incidence because exposure is capped by introduction history.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depends on inter-epidemic timing and event hazard concentration.</a:t>
            </a:r>
            <a:endParaRPr lang="en-US" sz="12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should be interpreted as potential burden if transmission occurs, not expected annual incidence.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0FEBB-1FBE-A5CF-2F75-B6916B3582A6}"/>
              </a:ext>
            </a:extLst>
          </p:cNvPr>
          <p:cNvSpPr txBox="1"/>
          <p:nvPr/>
        </p:nvSpPr>
        <p:spPr>
          <a:xfrm>
            <a:off x="1534333" y="2368156"/>
            <a:ext cx="9422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Evidence of increased chikungunya disease risk by underlying conditions</a:t>
            </a:r>
          </a:p>
          <a:p>
            <a:pPr algn="ctr"/>
            <a:endParaRPr lang="en-GB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18 Sep 2026</a:t>
            </a:r>
          </a:p>
        </p:txBody>
      </p:sp>
    </p:spTree>
    <p:extLst>
      <p:ext uri="{BB962C8B-B14F-4D97-AF65-F5344CB8AC3E}">
        <p14:creationId xmlns:p14="http://schemas.microsoft.com/office/powerpoint/2010/main" val="1888617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41D1728-02F7-F0E4-F4F1-8C6246138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35068"/>
              </p:ext>
            </p:extLst>
          </p:nvPr>
        </p:nvGraphicFramePr>
        <p:xfrm>
          <a:off x="438912" y="955655"/>
          <a:ext cx="11338561" cy="4367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1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2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473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57969">
                  <a:extLst>
                    <a:ext uri="{9D8B030D-6E8A-4147-A177-3AD203B41FA5}">
                      <a16:colId xmlns:a16="http://schemas.microsoft.com/office/drawing/2014/main" val="2729112814"/>
                    </a:ext>
                  </a:extLst>
                </a:gridCol>
              </a:tblGrid>
              <a:tr h="407895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Hosp.
evidence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Severe / fatal
evidence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Analysis
role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Evidence
refs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Arial"/>
                        </a:rPr>
                        <a:t>Remark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32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Diabetes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6100"/>
                          </a:solidFill>
                          <a:latin typeface="Arial"/>
                        </a:rPr>
                        <a:t>Supported</a:t>
                      </a:r>
                      <a:endParaRPr sz="1200" b="1" dirty="0">
                        <a:solidFill>
                          <a:srgbClr val="0061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6100"/>
                          </a:solidFill>
                          <a:latin typeface="Arial"/>
                        </a:rPr>
                        <a:t>Supported</a:t>
                      </a:r>
                      <a:endParaRPr sz="1200" b="1" dirty="0">
                        <a:solidFill>
                          <a:srgbClr val="0061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A, B, D, E, F</a:t>
                      </a:r>
                      <a:r>
                        <a:rPr lang="en-GB" sz="1200" b="1" dirty="0">
                          <a:solidFill>
                            <a:srgbClr val="1A1A1A"/>
                          </a:solidFill>
                          <a:latin typeface="Arial"/>
                        </a:rPr>
                        <a:t>, G</a:t>
                      </a:r>
                      <a:endParaRPr sz="120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Consistent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 + mortality signal</a:t>
                      </a:r>
                      <a:endParaRPr lang="en-GB"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was associated with increased length of hospital stay</a:t>
                      </a:r>
                      <a:endParaRPr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32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Hypertension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6100"/>
                          </a:solidFill>
                          <a:latin typeface="Arial"/>
                        </a:rPr>
                        <a:t>Supported</a:t>
                      </a:r>
                      <a:endParaRPr sz="1200" b="1" dirty="0">
                        <a:solidFill>
                          <a:srgbClr val="0061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6500"/>
                          </a:solidFill>
                          <a:latin typeface="Arial"/>
                        </a:rPr>
                        <a:t>Limited</a:t>
                      </a:r>
                      <a:endParaRPr sz="1200" b="1" dirty="0">
                        <a:solidFill>
                          <a:srgbClr val="9C65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06100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A, B, C, D, E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Strong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 signal</a:t>
                      </a:r>
                      <a:endParaRPr lang="en-GB"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Identified as a risk factor associated with the chronic phase of the disease</a:t>
                      </a:r>
                      <a:endParaRPr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4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Chronic kidney
disease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6100"/>
                          </a:solidFill>
                          <a:latin typeface="Arial"/>
                        </a:rPr>
                        <a:t>Supported</a:t>
                      </a:r>
                      <a:endParaRPr sz="1200" b="1" dirty="0">
                        <a:solidFill>
                          <a:srgbClr val="0061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6100"/>
                          </a:solidFill>
                          <a:latin typeface="Arial"/>
                        </a:rPr>
                        <a:t>Supported</a:t>
                      </a:r>
                      <a:endParaRPr sz="1200" b="1" dirty="0">
                        <a:solidFill>
                          <a:srgbClr val="0061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06100"/>
                          </a:solidFill>
                          <a:latin typeface="Arial"/>
                        </a:rPr>
                        <a:t>CORE</a:t>
                      </a:r>
                    </a:p>
                  </a:txBody>
                  <a:tcPr marL="25400" marR="25400" marT="12700" marB="1270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A, B, D, E</a:t>
                      </a:r>
                      <a:r>
                        <a:rPr lang="en-GB" sz="1200" b="1" dirty="0">
                          <a:solidFill>
                            <a:srgbClr val="1A1A1A"/>
                          </a:solidFill>
                          <a:latin typeface="Arial"/>
                        </a:rPr>
                        <a:t>, G</a:t>
                      </a:r>
                      <a:endParaRPr sz="120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Largest risk signal; </a:t>
                      </a:r>
                      <a:r>
                        <a:rPr lang="en-GB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data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 mainly </a:t>
                      </a:r>
                      <a:r>
                        <a:rPr lang="en-GB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from 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Brazil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34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Liver disease /
hepatopathy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0006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6500"/>
                          </a:solidFill>
                          <a:latin typeface="Arial"/>
                        </a:rPr>
                        <a:t>Limited</a:t>
                      </a:r>
                      <a:endParaRPr sz="1200" b="1" dirty="0">
                        <a:solidFill>
                          <a:srgbClr val="9C65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9C6500"/>
                          </a:solidFill>
                          <a:latin typeface="Arial"/>
                        </a:rPr>
                        <a:t>SECONDARY</a:t>
                      </a:r>
                    </a:p>
                  </a:txBody>
                  <a:tcPr marL="25400" marR="25400" marT="12700" marB="12700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Outcome-specific death signal in national Brazil study</a:t>
                      </a:r>
                      <a:endParaRPr lang="en-GB"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  <a:r>
                        <a:rPr lang="en-US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 evidence (crude OR)</a:t>
                      </a:r>
                      <a:endParaRPr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34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Autoimmune
disease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6500"/>
                          </a:solidFill>
                          <a:latin typeface="Arial"/>
                        </a:rPr>
                        <a:t>Limited</a:t>
                      </a:r>
                      <a:endParaRPr sz="1200" b="1" dirty="0">
                        <a:solidFill>
                          <a:srgbClr val="9C65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0006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9C6500"/>
                          </a:solidFill>
                          <a:latin typeface="Arial"/>
                        </a:rPr>
                        <a:t>SECONDARY</a:t>
                      </a:r>
                    </a:p>
                  </a:txBody>
                  <a:tcPr marL="25400" marR="25400" marT="12700" marB="12700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solidFill>
                            <a:srgbClr val="1A1A1A"/>
                          </a:solidFill>
                          <a:latin typeface="Arial"/>
                        </a:rPr>
                        <a:t>were associated with hospital admission</a:t>
                      </a:r>
                      <a:endParaRPr sz="12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34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Hematologic
disease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0006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0006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9C0006"/>
                          </a:solidFill>
                          <a:latin typeface="Arial"/>
                        </a:rPr>
                        <a:t>NOT
PRIORITISED</a:t>
                      </a: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Sparse and heterogeneous evidence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346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Peptic / acid-
peptic disease</a:t>
                      </a: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6500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9C0006"/>
                          </a:solidFill>
                          <a:latin typeface="Arial"/>
                        </a:rPr>
                        <a:t>Insufficient</a:t>
                      </a:r>
                      <a:endParaRPr sz="1200" b="1" dirty="0">
                        <a:solidFill>
                          <a:srgbClr val="9C0006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9C0006"/>
                          </a:solidFill>
                          <a:latin typeface="Arial"/>
                        </a:rPr>
                        <a:t>NOT
PRIORITISED</a:t>
                      </a:r>
                    </a:p>
                  </a:txBody>
                  <a:tcPr marL="25400" marR="25400" marT="12700" marB="1270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Arial"/>
                        </a:rPr>
                        <a:t>Very limited prognostic evidence</a:t>
                      </a:r>
                    </a:p>
                  </a:txBody>
                  <a:tcPr marL="25400" marR="25400"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7B99D46B-02DD-64BC-5FEF-FEFE5A892A0D}"/>
              </a:ext>
            </a:extLst>
          </p:cNvPr>
          <p:cNvSpPr/>
          <p:nvPr/>
        </p:nvSpPr>
        <p:spPr>
          <a:xfrm>
            <a:off x="438912" y="393192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matrix: underlying conditions for the updated chikungunya risk model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920953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EBA27B3-0C04-1A49-348B-CC6053790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22792"/>
              </p:ext>
            </p:extLst>
          </p:nvPr>
        </p:nvGraphicFramePr>
        <p:xfrm>
          <a:off x="209180" y="27940"/>
          <a:ext cx="11737013" cy="68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14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906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rgbClr val="FFFFFF"/>
                          </a:solidFill>
                          <a:latin typeface="Arial"/>
                        </a:rPr>
                        <a:t>Ref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Evidence source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How it maps to the matrix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21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Pinto et al. 2019
Ceará, 2016–17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2"/>
                        </a:rPr>
                        <a:t>https://doi.org/10.1590/0037-8682-0167-2019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DM, HTN, CKD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Adjusted positive associations: 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l"/>
                      <a:r>
                        <a:rPr lang="en-US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Odds ratio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CKD 4.56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(CI: 3.36-6.17)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1.90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(1.69-2.14)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1.70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(1.44-1.99)</a:t>
                      </a:r>
                      <a:endParaRPr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6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Ceará / Fortaleza mortality 
2016–17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3"/>
                        </a:rPr>
                        <a:t>https://doi.org/10.1093/trstmh/try127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4"/>
                        </a:rPr>
                        <a:t>https://doi.org/10.1093/cid/ciaa1038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5"/>
                        </a:rPr>
                        <a:t>https://doi.org/10.1371/journal.pone.0260939</a:t>
                      </a:r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DM, HTN, CKD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Mortality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Positive mortality signals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l"/>
                      <a:r>
                        <a:rPr lang="en-US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De Lima et al 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</a:t>
                      </a:r>
                      <a:r>
                        <a:rPr lang="en-GB"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aOR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4.10 (0.62–26.9)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</a:t>
                      </a:r>
                      <a:r>
                        <a:rPr lang="en-GB"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aOR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7.70 (1.2–50.0)</a:t>
                      </a:r>
                    </a:p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Silva Junior et al. 2019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OR 3.29 (2.35–4.60)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OR 3.74 (2.80–4.99)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CKD OR 3.14 (1.82–5.42)</a:t>
                      </a:r>
                    </a:p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Oliveira et al. 2022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crude OR 1.80 (0.9–3.1)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crude OR 2.20 (1.2–4.1)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da-DK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CKD aOR 12.77 (2.75–59.4)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5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1A1A1A"/>
                          </a:solidFill>
                          <a:latin typeface="Arial"/>
                        </a:rPr>
                        <a:t>Economopoulou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 et al. 2009
Réunion, 2005–06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6"/>
                        </a:rPr>
                        <a:t>https://</a:t>
                      </a:r>
                      <a:r>
                        <a:rPr sz="1050" b="1" dirty="0" err="1">
                          <a:solidFill>
                            <a:srgbClr val="1A1A1A"/>
                          </a:solidFill>
                          <a:latin typeface="Arial"/>
                          <a:hlinkClick r:id="rId6"/>
                        </a:rPr>
                        <a:t>doi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6"/>
                        </a:rPr>
                        <a:t>.org/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  <a:hlinkClick r:id="rId6"/>
                        </a:rPr>
                        <a:t>10.1017/S0950268808001167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Severe disease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Independent non-Brazil setting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A</a:t>
                      </a:r>
                      <a:r>
                        <a:rPr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djusted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severe-disease RR 1.70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(1.2-2.4)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for hypertension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Diabetes mellitus, despite being commonly reported as an underlying condition, was not found to increase the risk of severe disease or death</a:t>
                      </a:r>
                      <a:endParaRPr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5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1A1A1A"/>
                          </a:solidFill>
                          <a:latin typeface="Arial"/>
                        </a:rPr>
                        <a:t>Micheleto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 et al. 2025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7"/>
                        </a:rPr>
                        <a:t>https://</a:t>
                      </a:r>
                      <a:r>
                        <a:rPr sz="1050" b="1" dirty="0" err="1">
                          <a:solidFill>
                            <a:srgbClr val="1A1A1A"/>
                          </a:solidFill>
                          <a:latin typeface="Arial"/>
                          <a:hlinkClick r:id="rId7"/>
                        </a:rPr>
                        <a:t>doi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7"/>
                        </a:rPr>
                        <a:t>.org/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  <a:hlinkClick r:id="rId7"/>
                        </a:rPr>
                        <a:t>10.1111/tmi.14088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DM, HTN, CKD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Mortality meta-analysis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Pooled mortality associations: 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OR 2.86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lang="en-GB" sz="1050" dirty="0"/>
                        <a:t>1.75- 4.68)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OR 3.10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lang="en-GB" sz="1050" dirty="0"/>
                        <a:t>2.02- 4.76)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CKD OR 5.81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(1.30- 25.95)</a:t>
                      </a:r>
                      <a:endParaRPr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588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Cerqueira-Silva et al. 2025
National Brazil, 2015–24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8"/>
                        </a:rPr>
                        <a:t>https://doi.org/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  <a:hlinkClick r:id="rId8"/>
                        </a:rPr>
                        <a:t>10.1016/j.lana.2025.101177</a:t>
                      </a:r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DM, HTN, CKD;
Autoimmune; Liver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Hospitalisation;
CHIK-attributed death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signal for DM/HTN/CKD/autoimmune</a:t>
                      </a:r>
                      <a:endParaRPr lang="en-GB"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588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Badawi et al. 2018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9"/>
                        </a:rPr>
                        <a:t>https://doi.org/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  <a:hlinkClick r:id="rId9"/>
                        </a:rPr>
                        <a:t>10.1016/j.ijid.2017.12.018</a:t>
                      </a:r>
                      <a:endParaRPr lang="en-GB"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  <a:p>
                      <a:pPr algn="ctr"/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Composite severe outcome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  <a:latin typeface="Arial"/>
                        </a:rPr>
                        <a:t>Supportive broader review evidence; DM association modest and not mutually adjusted.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547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25400" marR="25400" marT="12700" marB="12700">
                    <a:solidFill>
                      <a:srgbClr val="254B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dirty="0">
                          <a:solidFill>
                            <a:srgbClr val="1A1A1A"/>
                          </a:solidFill>
                          <a:latin typeface="Arial"/>
                        </a:rPr>
                        <a:t>Danielle Torres dos Santos Lopes 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Arial"/>
                        </a:rPr>
                        <a:t>2023
</a:t>
                      </a:r>
                      <a:r>
                        <a:rPr lang="en-GB" sz="1050" b="1" dirty="0">
                          <a:solidFill>
                            <a:srgbClr val="1A1A1A"/>
                          </a:solidFill>
                          <a:latin typeface="Arial"/>
                          <a:hlinkClick r:id="rId10"/>
                        </a:rPr>
                        <a:t>https://doi.org/10.1371/journal.pone.0296131</a:t>
                      </a:r>
                      <a:endParaRPr sz="1050" b="1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DM, CKD, autoimmune, hypertension,</a:t>
                      </a:r>
                    </a:p>
                    <a:p>
                      <a:pPr algn="ctr"/>
                      <a:r>
                        <a:rPr lang="en-GB"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Hematological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disease</a:t>
                      </a:r>
                      <a:endParaRPr sz="105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Hospitalisation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Crude OR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DM 1.331 (0.586–3.024)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CKD 5.014 (0.644–39.053)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HTN 0.808 (0.394–1.656)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Autoimmune, </a:t>
                      </a:r>
                      <a:r>
                        <a:rPr lang="en-GB" sz="1050" b="0" dirty="0" err="1">
                          <a:solidFill>
                            <a:srgbClr val="1A1A1A"/>
                          </a:solidFill>
                          <a:latin typeface="Arial"/>
                        </a:rPr>
                        <a:t>Hematological</a:t>
                      </a: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 diseases 0</a:t>
                      </a:r>
                    </a:p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dirty="0">
                          <a:solidFill>
                            <a:srgbClr val="1A1A1A"/>
                          </a:solidFill>
                          <a:latin typeface="Arial"/>
                        </a:rPr>
                        <a:t>Peptic disease 2.180 (0.291–16.344)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393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068090-4695-CFDA-92F3-F832652BE458}"/>
              </a:ext>
            </a:extLst>
          </p:cNvPr>
          <p:cNvSpPr txBox="1"/>
          <p:nvPr/>
        </p:nvSpPr>
        <p:spPr>
          <a:xfrm>
            <a:off x="573741" y="430306"/>
            <a:ext cx="11618259" cy="408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Condition-specific RR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“What is the risk contrast associated with one condition, averaging over the other conditions?”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Profile-specific RR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“What is the risk for this exact combination of conditions compared with having none of them?”</a:t>
            </a:r>
          </a:p>
        </p:txBody>
      </p:sp>
    </p:spTree>
    <p:extLst>
      <p:ext uri="{BB962C8B-B14F-4D97-AF65-F5344CB8AC3E}">
        <p14:creationId xmlns:p14="http://schemas.microsoft.com/office/powerpoint/2010/main" val="3406322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4DC2A25-5F41-7844-2B87-B35FF92F7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10462"/>
              </p:ext>
            </p:extLst>
          </p:nvPr>
        </p:nvGraphicFramePr>
        <p:xfrm>
          <a:off x="460106" y="931189"/>
          <a:ext cx="11520084" cy="31242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468845">
                  <a:extLst>
                    <a:ext uri="{9D8B030D-6E8A-4147-A177-3AD203B41FA5}">
                      <a16:colId xmlns:a16="http://schemas.microsoft.com/office/drawing/2014/main" val="1965779091"/>
                    </a:ext>
                  </a:extLst>
                </a:gridCol>
                <a:gridCol w="2911238">
                  <a:extLst>
                    <a:ext uri="{9D8B030D-6E8A-4147-A177-3AD203B41FA5}">
                      <a16:colId xmlns:a16="http://schemas.microsoft.com/office/drawing/2014/main" val="3387129038"/>
                    </a:ext>
                  </a:extLst>
                </a:gridCol>
                <a:gridCol w="3028972">
                  <a:extLst>
                    <a:ext uri="{9D8B030D-6E8A-4147-A177-3AD203B41FA5}">
                      <a16:colId xmlns:a16="http://schemas.microsoft.com/office/drawing/2014/main" val="1193335306"/>
                    </a:ext>
                  </a:extLst>
                </a:gridCol>
                <a:gridCol w="3111029">
                  <a:extLst>
                    <a:ext uri="{9D8B030D-6E8A-4147-A177-3AD203B41FA5}">
                      <a16:colId xmlns:a16="http://schemas.microsoft.com/office/drawing/2014/main" val="3404203010"/>
                    </a:ext>
                  </a:extLst>
                </a:gridCol>
              </a:tblGrid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Recorded condition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Among cases with 1 recorded comorbidity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Among cases with 2 recorded comorbidities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Among cases with ≥3 recorded comorbidities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220732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Autoimmune disease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2,289 / 73,507 (3.1%)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789 / 22,678 (3.5%)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1,135 /  2,589 (43.8%)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1357930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10,173 / 73,507 (13.8%)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19,991 / 22,678 (88.2%)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2,195 /  2,589 (84.8%)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02747745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Haematologic disease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1,268 / 73,507 (1.7%)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700 / 22,678 (3.1%)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1,160 /  2,589 (44.8%)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2548690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Hepatopathy / chronic liver disease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1,340 / 73,507 (1.8%)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744 / 22,678 (3.3%)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1,325 /  2,589 (51.2%)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5973438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Hypertension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55,558 / 73,507 (75.6%)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21,509 / 22,678 (94.8%)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2,342 /  2,589 (90.5%)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1989078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Peptic ulcer disease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1,846 / 73,507 (2.5%)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809 / 22,678 (3.6%)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1,115 /  2,589 (43.1%)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170490"/>
                  </a:ext>
                </a:extLst>
              </a:tr>
              <a:tr h="245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Renal disease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1,033 / 73,507 (1.4%)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814 / 22,678 (3.6%)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1,394 /  2,589 (53.8%)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51601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C21EC8-F9AF-A179-5784-EDE954A990B6}"/>
              </a:ext>
            </a:extLst>
          </p:cNvPr>
          <p:cNvSpPr txBox="1"/>
          <p:nvPr/>
        </p:nvSpPr>
        <p:spPr>
          <a:xfrm>
            <a:off x="354201" y="4493145"/>
            <a:ext cx="11731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Underlyin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 condition 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fields (diabetes, hypertension, chronic kidney disease, etc.) were introduced into the Brazilian SINAN chikungunya notification form in 2017.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57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B21ECD9-30C0-C107-470C-33752E1C8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062"/>
            <a:ext cx="8161718" cy="46832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6E4AA4-4E15-5C6F-DF10-F190376628E9}"/>
              </a:ext>
            </a:extLst>
          </p:cNvPr>
          <p:cNvSpPr txBox="1"/>
          <p:nvPr/>
        </p:nvSpPr>
        <p:spPr>
          <a:xfrm>
            <a:off x="8157882" y="1397675"/>
            <a:ext cx="38727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Condition-specific standardised RR: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ratio of the population-average predicted risk when the focal condition is set to present vs. absent, while retaining the observed distribution of the other core conditions and covariates (state, year, age, sex)</a:t>
            </a:r>
          </a:p>
        </p:txBody>
      </p:sp>
    </p:spTree>
    <p:extLst>
      <p:ext uri="{BB962C8B-B14F-4D97-AF65-F5344CB8AC3E}">
        <p14:creationId xmlns:p14="http://schemas.microsoft.com/office/powerpoint/2010/main" val="3387397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135A2B-B68F-8880-FDA8-173D5C153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886"/>
            <a:ext cx="8282831" cy="54356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04CF15-28A8-2C97-84EC-2B18E94ECC11}"/>
              </a:ext>
            </a:extLst>
          </p:cNvPr>
          <p:cNvSpPr txBox="1"/>
          <p:nvPr/>
        </p:nvSpPr>
        <p:spPr>
          <a:xfrm>
            <a:off x="7655859" y="1220660"/>
            <a:ext cx="45361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specific standardised RR: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ratio of the population-average predicted risk for a specified mutually exclusive combination of diabetes, hypertension, and CKD to that for individuals with non of the three core conditions, standardised over the remaining covariates (age, state, sex, year)</a:t>
            </a:r>
          </a:p>
        </p:txBody>
      </p:sp>
    </p:spTree>
    <p:extLst>
      <p:ext uri="{BB962C8B-B14F-4D97-AF65-F5344CB8AC3E}">
        <p14:creationId xmlns:p14="http://schemas.microsoft.com/office/powerpoint/2010/main" val="1872440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32C815-A43F-54C4-CCE2-A497B92D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13" y="0"/>
            <a:ext cx="10450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91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5E03FC4-66F1-182E-B134-70A9572B2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7" y="20672"/>
            <a:ext cx="8340652" cy="68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88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F7C19F-7F45-4ABC-71EC-CAC52116D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51" y="71491"/>
            <a:ext cx="8278659" cy="678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92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148BD-6F68-EC62-DB25-D52D3DD3496D}"/>
              </a:ext>
            </a:extLst>
          </p:cNvPr>
          <p:cNvSpPr txBox="1"/>
          <p:nvPr/>
        </p:nvSpPr>
        <p:spPr>
          <a:xfrm>
            <a:off x="728419" y="790413"/>
            <a:ext cx="106008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Discussion points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Next step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Background underlying condition prevalence data across LAC countries</a:t>
            </a:r>
          </a:p>
          <a:p>
            <a:pPr lvl="1"/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34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231ABE-A338-6D9F-EA4D-66FDD5BDFB06}"/>
              </a:ext>
            </a:extLst>
          </p:cNvPr>
          <p:cNvSpPr txBox="1"/>
          <p:nvPr/>
        </p:nvSpPr>
        <p:spPr>
          <a:xfrm>
            <a:off x="1552263" y="1997839"/>
            <a:ext cx="94229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Prevalence of underlying conditions relevant to increased risk of severe chikungunya disease</a:t>
            </a:r>
          </a:p>
          <a:p>
            <a:pPr algn="ctr"/>
            <a:endParaRPr lang="en-GB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9 Oct 2026</a:t>
            </a:r>
          </a:p>
        </p:txBody>
      </p:sp>
    </p:spTree>
    <p:extLst>
      <p:ext uri="{BB962C8B-B14F-4D97-AF65-F5344CB8AC3E}">
        <p14:creationId xmlns:p14="http://schemas.microsoft.com/office/powerpoint/2010/main" val="4270149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395C2D-0571-9E66-08F8-405E4DEF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48" y="1179344"/>
            <a:ext cx="9902303" cy="5370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2C1D09-C149-246D-A08D-1D88118B6E31}"/>
              </a:ext>
            </a:extLst>
          </p:cNvPr>
          <p:cNvSpPr txBox="1"/>
          <p:nvPr/>
        </p:nvSpPr>
        <p:spPr>
          <a:xfrm>
            <a:off x="437322" y="238539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Flowchart of cohort selection from Brazilian SINAN chikungunya surveillance data, 2015–2025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5D26F8-C000-ADEB-6A52-37D2C5141BF4}"/>
              </a:ext>
            </a:extLst>
          </p:cNvPr>
          <p:cNvSpPr/>
          <p:nvPr/>
        </p:nvSpPr>
        <p:spPr>
          <a:xfrm>
            <a:off x="7341704" y="5162117"/>
            <a:ext cx="3705447" cy="129169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B1970F5-3535-3856-BA0E-A0002EBAD8D0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9533649" y="6114588"/>
            <a:ext cx="265042" cy="94348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0E6F52-01DE-BE11-613B-613E8A100BC7}"/>
              </a:ext>
            </a:extLst>
          </p:cNvPr>
          <p:cNvSpPr txBox="1"/>
          <p:nvPr/>
        </p:nvSpPr>
        <p:spPr>
          <a:xfrm>
            <a:off x="10177670" y="6492179"/>
            <a:ext cx="208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 8.45%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E9A6792E-FAE7-29E1-F27D-D08EE53CE00C}"/>
              </a:ext>
            </a:extLst>
          </p:cNvPr>
          <p:cNvCxnSpPr>
            <a:cxnSpLocks/>
          </p:cNvCxnSpPr>
          <p:nvPr/>
        </p:nvCxnSpPr>
        <p:spPr>
          <a:xfrm flipV="1">
            <a:off x="9194427" y="4717775"/>
            <a:ext cx="1168773" cy="530086"/>
          </a:xfrm>
          <a:prstGeom prst="bentConnector3">
            <a:avLst>
              <a:gd name="adj1" fmla="val 1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11765B-CD55-7818-C94F-2FD51F11735F}"/>
              </a:ext>
            </a:extLst>
          </p:cNvPr>
          <p:cNvSpPr txBox="1"/>
          <p:nvPr/>
        </p:nvSpPr>
        <p:spPr>
          <a:xfrm>
            <a:off x="10363200" y="4533109"/>
            <a:ext cx="208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 27.8%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36F45-5EE5-CF92-0C1F-608A2E03F7DB}"/>
              </a:ext>
            </a:extLst>
          </p:cNvPr>
          <p:cNvSpPr txBox="1"/>
          <p:nvPr/>
        </p:nvSpPr>
        <p:spPr>
          <a:xfrm>
            <a:off x="10952922" y="2808049"/>
            <a:ext cx="130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 0.13%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ABDB5-D379-7825-5594-DDEF1F981EF7}"/>
              </a:ext>
            </a:extLst>
          </p:cNvPr>
          <p:cNvSpPr txBox="1"/>
          <p:nvPr/>
        </p:nvSpPr>
        <p:spPr>
          <a:xfrm>
            <a:off x="10956235" y="3621723"/>
            <a:ext cx="130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 0.02%</a:t>
            </a:r>
          </a:p>
        </p:txBody>
      </p:sp>
    </p:spTree>
    <p:extLst>
      <p:ext uri="{BB962C8B-B14F-4D97-AF65-F5344CB8AC3E}">
        <p14:creationId xmlns:p14="http://schemas.microsoft.com/office/powerpoint/2010/main" val="3200735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D9D05-10A5-AFE1-3040-7F7E2CFF870C}"/>
              </a:ext>
            </a:extLst>
          </p:cNvPr>
          <p:cNvSpPr txBox="1"/>
          <p:nvPr/>
        </p:nvSpPr>
        <p:spPr>
          <a:xfrm>
            <a:off x="437322" y="238539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Age-specific marginal</a:t>
            </a:r>
            <a:r>
              <a:rPr lang="ko-KR" altLang="en-US" sz="2800" b="1" dirty="0"/>
              <a:t> </a:t>
            </a:r>
            <a:r>
              <a:rPr lang="en-GB" altLang="ko-KR" sz="2800" b="1" dirty="0"/>
              <a:t>prevalence</a:t>
            </a:r>
            <a:r>
              <a:rPr lang="ko-KR" altLang="en-US" sz="2800" b="1" dirty="0"/>
              <a:t> </a:t>
            </a:r>
            <a:r>
              <a:rPr lang="en-GB" altLang="ko-KR" sz="2800" b="1" dirty="0"/>
              <a:t>of</a:t>
            </a:r>
            <a:r>
              <a:rPr lang="ko-KR" altLang="en-US" sz="2800" b="1" dirty="0"/>
              <a:t> </a:t>
            </a:r>
            <a:r>
              <a:rPr lang="en-GB" altLang="ko-KR" sz="2800" b="1" dirty="0"/>
              <a:t>core</a:t>
            </a:r>
            <a:r>
              <a:rPr lang="ko-KR" altLang="en-US" sz="2800" b="1" dirty="0"/>
              <a:t> </a:t>
            </a:r>
            <a:r>
              <a:rPr lang="en-GB" altLang="ko-KR" sz="2800" b="1" dirty="0"/>
              <a:t>three</a:t>
            </a:r>
            <a:r>
              <a:rPr lang="ko-KR" altLang="en-US" sz="2800" b="1" dirty="0"/>
              <a:t> </a:t>
            </a:r>
            <a:r>
              <a:rPr lang="en-GB" altLang="ko-KR" sz="2800" b="1" dirty="0"/>
              <a:t>conditions using GBD data (Brazil only): without knowing clustering structure</a:t>
            </a:r>
            <a:endParaRPr lang="en-GB" sz="2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83E3BB-8A41-89E3-9D01-9D66B52E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1338404"/>
            <a:ext cx="6933296" cy="544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12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C3401-CD57-C367-8EE8-AF41F148C1DC}"/>
              </a:ext>
            </a:extLst>
          </p:cNvPr>
          <p:cNvSpPr txBox="1"/>
          <p:nvPr/>
        </p:nvSpPr>
        <p:spPr>
          <a:xfrm>
            <a:off x="437322" y="238539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Identifying people with 1 or more conditions: (1) Independent (minimum clustering)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06CECBC-E6BA-82FE-A8AC-6B68D221FD7E}"/>
              </a:ext>
            </a:extLst>
          </p:cNvPr>
          <p:cNvSpPr/>
          <p:nvPr/>
        </p:nvSpPr>
        <p:spPr>
          <a:xfrm>
            <a:off x="467537" y="1277145"/>
            <a:ext cx="677570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Venn diagram of the independent case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83688818-084F-649E-2AA2-277F6BD2F048}"/>
              </a:ext>
            </a:extLst>
          </p:cNvPr>
          <p:cNvSpPr/>
          <p:nvPr/>
        </p:nvSpPr>
        <p:spPr>
          <a:xfrm>
            <a:off x="398957" y="1985804"/>
            <a:ext cx="1650492" cy="1443195"/>
          </a:xfrm>
          <a:prstGeom prst="roundRect">
            <a:avLst>
              <a:gd name="adj" fmla="val 4828"/>
            </a:avLst>
          </a:prstGeom>
          <a:solidFill>
            <a:srgbClr val="F4F8FF"/>
          </a:solidFill>
          <a:ln w="12700">
            <a:solidFill>
              <a:srgbClr val="D5E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8CAC141-BA3E-3264-23E8-B644CA54D1CD}"/>
              </a:ext>
            </a:extLst>
          </p:cNvPr>
          <p:cNvSpPr/>
          <p:nvPr/>
        </p:nvSpPr>
        <p:spPr>
          <a:xfrm>
            <a:off x="659561" y="2008665"/>
            <a:ext cx="1325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circle shows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prevalence:</a:t>
            </a:r>
            <a:endParaRPr lang="en-US" sz="11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8F47872-BAF6-B5EE-1840-89567C5C0F4F}"/>
              </a:ext>
            </a:extLst>
          </p:cNvPr>
          <p:cNvSpPr/>
          <p:nvPr/>
        </p:nvSpPr>
        <p:spPr>
          <a:xfrm>
            <a:off x="696137" y="2584737"/>
            <a:ext cx="137160" cy="137160"/>
          </a:xfrm>
          <a:prstGeom prst="ellipse">
            <a:avLst/>
          </a:prstGeom>
          <a:solidFill>
            <a:srgbClr val="49B65C"/>
          </a:solidFill>
          <a:ln w="12700">
            <a:solidFill>
              <a:srgbClr val="49B6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B6D5D5D-9A11-122B-5012-6F9657190CCB}"/>
              </a:ext>
            </a:extLst>
          </p:cNvPr>
          <p:cNvSpPr/>
          <p:nvPr/>
        </p:nvSpPr>
        <p:spPr>
          <a:xfrm>
            <a:off x="915593" y="2539017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6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HTN: 30%</a:t>
            </a:r>
            <a:endParaRPr lang="en-US" sz="12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94DD9366-A93E-503D-DCC4-53DBB3E70F02}"/>
              </a:ext>
            </a:extLst>
          </p:cNvPr>
          <p:cNvSpPr/>
          <p:nvPr/>
        </p:nvSpPr>
        <p:spPr>
          <a:xfrm>
            <a:off x="696137" y="2868201"/>
            <a:ext cx="137160" cy="1371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8813502E-DF3F-C612-2741-AC39B970135A}"/>
              </a:ext>
            </a:extLst>
          </p:cNvPr>
          <p:cNvSpPr/>
          <p:nvPr/>
        </p:nvSpPr>
        <p:spPr>
          <a:xfrm>
            <a:off x="915593" y="2822481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DM: 12%</a:t>
            </a:r>
            <a:endParaRPr lang="en-US" sz="12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7246CF68-86D7-AB16-A734-72F1A1DE987E}"/>
              </a:ext>
            </a:extLst>
          </p:cNvPr>
          <p:cNvSpPr/>
          <p:nvPr/>
        </p:nvSpPr>
        <p:spPr>
          <a:xfrm>
            <a:off x="696137" y="3151665"/>
            <a:ext cx="137160" cy="137160"/>
          </a:xfrm>
          <a:prstGeom prst="ellipse">
            <a:avLst/>
          </a:prstGeom>
          <a:solidFill>
            <a:srgbClr val="7C3CE8"/>
          </a:solidFill>
          <a:ln w="12700">
            <a:solidFill>
              <a:srgbClr val="7C3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E7E4A114-9808-BBE0-20B5-2444FF233B94}"/>
              </a:ext>
            </a:extLst>
          </p:cNvPr>
          <p:cNvSpPr/>
          <p:nvPr/>
        </p:nvSpPr>
        <p:spPr>
          <a:xfrm>
            <a:off x="915593" y="3105945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24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CKD: 6%</a:t>
            </a:r>
            <a:endParaRPr lang="en-US" sz="12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E6BCC931-99F3-18B8-A542-96DBF585B9BA}"/>
              </a:ext>
            </a:extLst>
          </p:cNvPr>
          <p:cNvSpPr/>
          <p:nvPr/>
        </p:nvSpPr>
        <p:spPr>
          <a:xfrm>
            <a:off x="2095169" y="1962945"/>
            <a:ext cx="3657600" cy="3657600"/>
          </a:xfrm>
          <a:prstGeom prst="ellipse">
            <a:avLst/>
          </a:prstGeom>
          <a:solidFill>
            <a:srgbClr val="B8F0B8">
              <a:alpha val="72000"/>
            </a:srgbClr>
          </a:solidFill>
          <a:ln w="21590">
            <a:solidFill>
              <a:srgbClr val="0B6E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C85EC110-535B-A0D2-08CA-39FEC1AEB75B}"/>
              </a:ext>
            </a:extLst>
          </p:cNvPr>
          <p:cNvSpPr/>
          <p:nvPr/>
        </p:nvSpPr>
        <p:spPr>
          <a:xfrm>
            <a:off x="1089329" y="3243105"/>
            <a:ext cx="3566160" cy="2834640"/>
          </a:xfrm>
          <a:prstGeom prst="ellipse">
            <a:avLst/>
          </a:prstGeom>
          <a:solidFill>
            <a:srgbClr val="FFC48A">
              <a:alpha val="65000"/>
            </a:srgbClr>
          </a:solidFill>
          <a:ln w="2159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24BCB3F0-1D03-ADA9-F176-0DB9CE81B0CE}"/>
              </a:ext>
            </a:extLst>
          </p:cNvPr>
          <p:cNvSpPr/>
          <p:nvPr/>
        </p:nvSpPr>
        <p:spPr>
          <a:xfrm>
            <a:off x="3274745" y="3428999"/>
            <a:ext cx="3108960" cy="2834640"/>
          </a:xfrm>
          <a:prstGeom prst="ellipse">
            <a:avLst/>
          </a:prstGeom>
          <a:solidFill>
            <a:srgbClr val="C8ACFF">
              <a:alpha val="62000"/>
            </a:srgbClr>
          </a:solidFill>
          <a:ln w="21590">
            <a:solidFill>
              <a:srgbClr val="7C3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1B3C45AE-1895-A2D2-4BFE-93CB74ABEDA6}"/>
              </a:ext>
            </a:extLst>
          </p:cNvPr>
          <p:cNvSpPr/>
          <p:nvPr/>
        </p:nvSpPr>
        <p:spPr>
          <a:xfrm>
            <a:off x="3489629" y="1492029"/>
            <a:ext cx="868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4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4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(30%)</a:t>
            </a:r>
            <a:endParaRPr lang="en-US" sz="14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92A8CA77-CCAA-6720-4E63-E0CBA1613C6E}"/>
              </a:ext>
            </a:extLst>
          </p:cNvPr>
          <p:cNvSpPr/>
          <p:nvPr/>
        </p:nvSpPr>
        <p:spPr>
          <a:xfrm>
            <a:off x="769289" y="5830857"/>
            <a:ext cx="731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D9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(12%)</a:t>
            </a:r>
            <a:endParaRPr lang="en-US" sz="135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66BD73CA-0712-F345-74D9-8BC9AD33A3F0}"/>
              </a:ext>
            </a:extLst>
          </p:cNvPr>
          <p:cNvSpPr/>
          <p:nvPr/>
        </p:nvSpPr>
        <p:spPr>
          <a:xfrm>
            <a:off x="6155105" y="5693697"/>
            <a:ext cx="731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24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4F24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(6%)</a:t>
            </a:r>
            <a:endParaRPr lang="en-US" sz="135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12CC79E2-5C7A-25EC-2360-F15D8AE2B278}"/>
              </a:ext>
            </a:extLst>
          </p:cNvPr>
          <p:cNvSpPr/>
          <p:nvPr/>
        </p:nvSpPr>
        <p:spPr>
          <a:xfrm>
            <a:off x="3402761" y="2813337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 only</a:t>
            </a:r>
            <a:endParaRPr lang="en-US" sz="13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C3B3670C-0DE0-5AD4-1CF2-6B50887159BC}"/>
              </a:ext>
            </a:extLst>
          </p:cNvPr>
          <p:cNvSpPr/>
          <p:nvPr/>
        </p:nvSpPr>
        <p:spPr>
          <a:xfrm>
            <a:off x="1455089" y="5181633"/>
            <a:ext cx="1005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only</a:t>
            </a:r>
            <a:endParaRPr lang="en-US" sz="1250" dirty="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30626865-0096-19A8-0EDB-9E75C707FE0E}"/>
              </a:ext>
            </a:extLst>
          </p:cNvPr>
          <p:cNvSpPr/>
          <p:nvPr/>
        </p:nvSpPr>
        <p:spPr>
          <a:xfrm>
            <a:off x="5345861" y="5150241"/>
            <a:ext cx="960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 only</a:t>
            </a:r>
            <a:endParaRPr lang="en-US" sz="125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579DC094-E656-9121-171B-9BC15ED70764}"/>
              </a:ext>
            </a:extLst>
          </p:cNvPr>
          <p:cNvSpPr/>
          <p:nvPr/>
        </p:nvSpPr>
        <p:spPr>
          <a:xfrm>
            <a:off x="2415209" y="3855753"/>
            <a:ext cx="960120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 + DM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11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206EB8F4-9611-842B-19C8-D8E01191B1EA}"/>
              </a:ext>
            </a:extLst>
          </p:cNvPr>
          <p:cNvSpPr/>
          <p:nvPr/>
        </p:nvSpPr>
        <p:spPr>
          <a:xfrm>
            <a:off x="4714461" y="3812203"/>
            <a:ext cx="960120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 + CKD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1100" dirty="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E6210402-0B66-D2C7-597E-10D9FC8598D8}"/>
              </a:ext>
            </a:extLst>
          </p:cNvPr>
          <p:cNvSpPr/>
          <p:nvPr/>
        </p:nvSpPr>
        <p:spPr>
          <a:xfrm>
            <a:off x="3329609" y="5490375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+ CKD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1100" dirty="0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16AA6921-F889-41DD-7A0C-616AF41E9621}"/>
              </a:ext>
            </a:extLst>
          </p:cNvPr>
          <p:cNvSpPr/>
          <p:nvPr/>
        </p:nvSpPr>
        <p:spPr>
          <a:xfrm>
            <a:off x="3471341" y="4404393"/>
            <a:ext cx="1005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</a:t>
            </a:r>
            <a:endParaRPr lang="en-US" sz="1150" dirty="0"/>
          </a:p>
        </p:txBody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5E0A586A-9CD0-223C-F225-0DABEBA73273}"/>
              </a:ext>
            </a:extLst>
          </p:cNvPr>
          <p:cNvSpPr/>
          <p:nvPr/>
        </p:nvSpPr>
        <p:spPr>
          <a:xfrm>
            <a:off x="5433391" y="2212003"/>
            <a:ext cx="1507702" cy="455030"/>
          </a:xfrm>
          <a:prstGeom prst="roundRect">
            <a:avLst>
              <a:gd name="adj" fmla="val 11111"/>
            </a:avLst>
          </a:prstGeom>
          <a:solidFill>
            <a:srgbClr val="F4F8FF"/>
          </a:solidFill>
          <a:ln w="12700">
            <a:solidFill>
              <a:srgbClr val="D5E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9F253D95-C968-A7BC-41F6-A16EE01307F0}"/>
              </a:ext>
            </a:extLst>
          </p:cNvPr>
          <p:cNvSpPr/>
          <p:nvPr/>
        </p:nvSpPr>
        <p:spPr>
          <a:xfrm>
            <a:off x="5314123" y="2109249"/>
            <a:ext cx="1626970" cy="6013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C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C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conditions</a:t>
            </a:r>
            <a:endParaRPr lang="en-US" sz="1400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9CE78D4D-BBA5-1DF3-7910-E547FAD50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474519"/>
              </p:ext>
            </p:extLst>
          </p:nvPr>
        </p:nvGraphicFramePr>
        <p:xfrm>
          <a:off x="7060361" y="1478313"/>
          <a:ext cx="5031188" cy="2897192"/>
        </p:xfrm>
        <a:graphic>
          <a:graphicData uri="http://schemas.openxmlformats.org/drawingml/2006/table">
            <a:tbl>
              <a:tblPr/>
              <a:tblGrid>
                <a:gridCol w="1561403">
                  <a:extLst>
                    <a:ext uri="{9D8B030D-6E8A-4147-A177-3AD203B41FA5}">
                      <a16:colId xmlns:a16="http://schemas.microsoft.com/office/drawing/2014/main" val="4002405001"/>
                    </a:ext>
                  </a:extLst>
                </a:gridCol>
                <a:gridCol w="3469785">
                  <a:extLst>
                    <a:ext uri="{9D8B030D-6E8A-4147-A177-3AD203B41FA5}">
                      <a16:colId xmlns:a16="http://schemas.microsoft.com/office/drawing/2014/main" val="832765015"/>
                    </a:ext>
                  </a:extLst>
                </a:gridCol>
              </a:tblGrid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HTN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p_HTN × (1 − p_DM) × (1 − p_CKD)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46311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p_DM × (1 − p_HTN) × (1 − p_CKD)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483977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CKD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p_CKD × (1 − p_HTN) × (1 − p_DM)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8917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HTN + DM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p_HTN × p_DM × (1 − p_CKD)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566013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HTN + CKD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p_HTN × p_CKD × (1 − p_DM)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866553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 + CKD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p_DM × p_CKD × (1 − p_HTN)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25869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three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p_HTN × p_DM × p_CKD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325759"/>
                  </a:ext>
                </a:extLst>
              </a:tr>
              <a:tr h="362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(1 − p_HTN) × (1 − p_DM) × (1 − p_CKD)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01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072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2B87-CF3D-E631-2BC4-A22B63DC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F6DACB-206B-2F7D-6E29-AA9C5EAF6850}"/>
              </a:ext>
            </a:extLst>
          </p:cNvPr>
          <p:cNvSpPr txBox="1"/>
          <p:nvPr/>
        </p:nvSpPr>
        <p:spPr>
          <a:xfrm>
            <a:off x="437322" y="238539"/>
            <a:ext cx="11237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Identifying people with 1 or more conditions: (2) maximum clustering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127F8EA-5A5C-E325-30DE-698D16B2FDF6}"/>
              </a:ext>
            </a:extLst>
          </p:cNvPr>
          <p:cNvSpPr/>
          <p:nvPr/>
        </p:nvSpPr>
        <p:spPr>
          <a:xfrm>
            <a:off x="540764" y="2505069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Maximum clustering</a:t>
            </a:r>
            <a:endParaRPr lang="en-US" sz="13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63B8AE7-762F-9C3C-D966-E61098B02FB7}"/>
              </a:ext>
            </a:extLst>
          </p:cNvPr>
          <p:cNvSpPr/>
          <p:nvPr/>
        </p:nvSpPr>
        <p:spPr>
          <a:xfrm>
            <a:off x="538205" y="2649930"/>
            <a:ext cx="4407408" cy="3310128"/>
          </a:xfrm>
          <a:prstGeom prst="ellipse">
            <a:avLst/>
          </a:prstGeom>
          <a:solidFill>
            <a:srgbClr val="DDF3E6">
              <a:alpha val="95000"/>
            </a:srgbClr>
          </a:solidFill>
          <a:ln w="19050">
            <a:solidFill>
              <a:srgbClr val="247A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0DFB1FEB-FD34-8275-0FD3-73CC61FA9E5C}"/>
              </a:ext>
            </a:extLst>
          </p:cNvPr>
          <p:cNvSpPr/>
          <p:nvPr/>
        </p:nvSpPr>
        <p:spPr>
          <a:xfrm>
            <a:off x="970532" y="3313846"/>
            <a:ext cx="3005708" cy="2236175"/>
          </a:xfrm>
          <a:prstGeom prst="ellipse">
            <a:avLst/>
          </a:prstGeom>
          <a:solidFill>
            <a:srgbClr val="FDE8D6">
              <a:alpha val="92000"/>
            </a:srgbClr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851ABEF9-A786-46BD-B3F9-A49BE23111C3}"/>
              </a:ext>
            </a:extLst>
          </p:cNvPr>
          <p:cNvSpPr/>
          <p:nvPr/>
        </p:nvSpPr>
        <p:spPr>
          <a:xfrm>
            <a:off x="1409443" y="4051055"/>
            <a:ext cx="1632909" cy="1206358"/>
          </a:xfrm>
          <a:prstGeom prst="ellipse">
            <a:avLst/>
          </a:prstGeom>
          <a:solidFill>
            <a:srgbClr val="E9DDF9">
              <a:alpha val="95000"/>
            </a:srgbClr>
          </a:solidFill>
          <a:ln w="19050">
            <a:solidFill>
              <a:srgbClr val="7B4CE2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7D987A41-8957-B62D-990B-05C0DCAC3777}"/>
              </a:ext>
            </a:extLst>
          </p:cNvPr>
          <p:cNvSpPr/>
          <p:nvPr/>
        </p:nvSpPr>
        <p:spPr>
          <a:xfrm>
            <a:off x="2089846" y="2944022"/>
            <a:ext cx="1156041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HTN</a:t>
            </a:r>
            <a:endParaRPr lang="en-US" sz="16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5AC4E15E-E84C-44C5-2F4A-D92A66BDCCA0}"/>
              </a:ext>
            </a:extLst>
          </p:cNvPr>
          <p:cNvSpPr/>
          <p:nvPr/>
        </p:nvSpPr>
        <p:spPr>
          <a:xfrm>
            <a:off x="1988694" y="3793764"/>
            <a:ext cx="867031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</a:t>
            </a:r>
            <a:endParaRPr lang="en-US" sz="16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F91213DA-30D5-99E0-4E46-66091FFA639C}"/>
              </a:ext>
            </a:extLst>
          </p:cNvPr>
          <p:cNvSpPr/>
          <p:nvPr/>
        </p:nvSpPr>
        <p:spPr>
          <a:xfrm>
            <a:off x="1592324" y="4635987"/>
            <a:ext cx="1127140" cy="26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4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CKD</a:t>
            </a:r>
            <a:endParaRPr lang="en-US" sz="1600" dirty="0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636BF4B8-612A-6521-780F-4793B20D90B5}"/>
              </a:ext>
            </a:extLst>
          </p:cNvPr>
          <p:cNvSpPr/>
          <p:nvPr/>
        </p:nvSpPr>
        <p:spPr>
          <a:xfrm>
            <a:off x="5229176" y="1312277"/>
            <a:ext cx="6651531" cy="642273"/>
          </a:xfrm>
          <a:prstGeom prst="roundRect">
            <a:avLst>
              <a:gd name="adj" fmla="val 10870"/>
            </a:avLst>
          </a:prstGeom>
          <a:solidFill>
            <a:srgbClr val="F2F5F7"/>
          </a:solidFill>
          <a:ln w="889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FE66621D-027A-7AED-7BC9-C4D4F51908FF}"/>
              </a:ext>
            </a:extLst>
          </p:cNvPr>
          <p:cNvSpPr/>
          <p:nvPr/>
        </p:nvSpPr>
        <p:spPr>
          <a:xfrm>
            <a:off x="5466825" y="1360782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8978A306-F3FC-1219-A1E3-CC18BF595B55}"/>
              </a:ext>
            </a:extLst>
          </p:cNvPr>
          <p:cNvSpPr/>
          <p:nvPr/>
        </p:nvSpPr>
        <p:spPr>
          <a:xfrm>
            <a:off x="7231617" y="1360782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− pmax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4D28ADAA-E87C-0DE0-AF4E-A26AA8FE7762}"/>
              </a:ext>
            </a:extLst>
          </p:cNvPr>
          <p:cNvSpPr/>
          <p:nvPr/>
        </p:nvSpPr>
        <p:spPr>
          <a:xfrm>
            <a:off x="8968976" y="1360782"/>
            <a:ext cx="2217177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6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− 30% = 70%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0E07E238-6B6F-1CB5-BE86-AD02B5AAA800}"/>
              </a:ext>
            </a:extLst>
          </p:cNvPr>
          <p:cNvSpPr/>
          <p:nvPr/>
        </p:nvSpPr>
        <p:spPr>
          <a:xfrm>
            <a:off x="5229176" y="2074821"/>
            <a:ext cx="6651531" cy="745771"/>
          </a:xfrm>
          <a:prstGeom prst="roundRect">
            <a:avLst>
              <a:gd name="adj" fmla="val 10870"/>
            </a:avLst>
          </a:prstGeom>
          <a:solidFill>
            <a:srgbClr val="DDF3E6"/>
          </a:solidFill>
          <a:ln w="889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en-GB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 28">
            <a:extLst>
              <a:ext uri="{FF2B5EF4-FFF2-40B4-BE49-F238E27FC236}">
                <a16:creationId xmlns:a16="http://schemas.microsoft.com/office/drawing/2014/main" id="{EB480FC1-A585-9805-4973-33A2D844CB19}"/>
              </a:ext>
            </a:extLst>
          </p:cNvPr>
          <p:cNvSpPr/>
          <p:nvPr/>
        </p:nvSpPr>
        <p:spPr>
          <a:xfrm>
            <a:off x="5441948" y="2275339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HTN only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D540B228-A087-CC9D-C925-DD9375AE80F7}"/>
              </a:ext>
            </a:extLst>
          </p:cNvPr>
          <p:cNvSpPr/>
          <p:nvPr/>
        </p:nvSpPr>
        <p:spPr>
          <a:xfrm>
            <a:off x="7206740" y="2275339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pmax − pmid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F0A67D81-71CD-89F9-85C3-81322F3D1829}"/>
              </a:ext>
            </a:extLst>
          </p:cNvPr>
          <p:cNvSpPr/>
          <p:nvPr/>
        </p:nvSpPr>
        <p:spPr>
          <a:xfrm>
            <a:off x="8944099" y="2275339"/>
            <a:ext cx="2217177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A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30% − 12% = 18%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Shape 31">
            <a:extLst>
              <a:ext uri="{FF2B5EF4-FFF2-40B4-BE49-F238E27FC236}">
                <a16:creationId xmlns:a16="http://schemas.microsoft.com/office/drawing/2014/main" id="{3E3E85F9-9E2B-E057-9317-551C64AB292E}"/>
              </a:ext>
            </a:extLst>
          </p:cNvPr>
          <p:cNvSpPr/>
          <p:nvPr/>
        </p:nvSpPr>
        <p:spPr>
          <a:xfrm>
            <a:off x="5229176" y="2906963"/>
            <a:ext cx="6651531" cy="671119"/>
          </a:xfrm>
          <a:prstGeom prst="roundRect">
            <a:avLst>
              <a:gd name="adj" fmla="val 10870"/>
            </a:avLst>
          </a:prstGeom>
          <a:solidFill>
            <a:srgbClr val="FDE8D6"/>
          </a:solidFill>
          <a:ln w="889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en-GB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224570C-1703-BCD3-A831-6BB4CF30896B}"/>
              </a:ext>
            </a:extLst>
          </p:cNvPr>
          <p:cNvSpPr/>
          <p:nvPr/>
        </p:nvSpPr>
        <p:spPr>
          <a:xfrm>
            <a:off x="5338905" y="3064476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HTN + DM only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E347F734-4A9D-2C64-1A0F-64EE832095AC}"/>
              </a:ext>
            </a:extLst>
          </p:cNvPr>
          <p:cNvSpPr/>
          <p:nvPr/>
        </p:nvSpPr>
        <p:spPr>
          <a:xfrm>
            <a:off x="7103697" y="3064476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pmid − pmin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15F2DE17-2C3B-E2FC-CFD7-458E2CF021DE}"/>
              </a:ext>
            </a:extLst>
          </p:cNvPr>
          <p:cNvSpPr/>
          <p:nvPr/>
        </p:nvSpPr>
        <p:spPr>
          <a:xfrm>
            <a:off x="8841056" y="3064476"/>
            <a:ext cx="2217177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4A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12% − 5% = 7%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282CD9E9-1ED3-B5E0-1849-FA92C4FC22B0}"/>
              </a:ext>
            </a:extLst>
          </p:cNvPr>
          <p:cNvSpPr/>
          <p:nvPr/>
        </p:nvSpPr>
        <p:spPr>
          <a:xfrm>
            <a:off x="5229176" y="3808145"/>
            <a:ext cx="6651531" cy="635488"/>
          </a:xfrm>
          <a:prstGeom prst="roundRect">
            <a:avLst>
              <a:gd name="adj" fmla="val 10870"/>
            </a:avLst>
          </a:prstGeom>
          <a:solidFill>
            <a:srgbClr val="E9DDF9"/>
          </a:solidFill>
          <a:ln w="889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en-GB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477D4BA7-EACB-8F26-D399-F9189A40C826}"/>
              </a:ext>
            </a:extLst>
          </p:cNvPr>
          <p:cNvSpPr/>
          <p:nvPr/>
        </p:nvSpPr>
        <p:spPr>
          <a:xfrm>
            <a:off x="5338905" y="3917873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HTN + DM + CKD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9D8039E9-8433-C153-89C7-35478EFCDA47}"/>
              </a:ext>
            </a:extLst>
          </p:cNvPr>
          <p:cNvSpPr/>
          <p:nvPr/>
        </p:nvSpPr>
        <p:spPr>
          <a:xfrm>
            <a:off x="7103697" y="3917873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pmin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4DB65A58-5D8D-8162-73EF-EAAC6A0F89F1}"/>
              </a:ext>
            </a:extLst>
          </p:cNvPr>
          <p:cNvSpPr/>
          <p:nvPr/>
        </p:nvSpPr>
        <p:spPr>
          <a:xfrm>
            <a:off x="8841056" y="3917873"/>
            <a:ext cx="2217177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2E9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5%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39">
            <a:extLst>
              <a:ext uri="{FF2B5EF4-FFF2-40B4-BE49-F238E27FC236}">
                <a16:creationId xmlns:a16="http://schemas.microsoft.com/office/drawing/2014/main" id="{942ECC4E-E543-2F1A-8DAE-726BF27DCD64}"/>
              </a:ext>
            </a:extLst>
          </p:cNvPr>
          <p:cNvSpPr/>
          <p:nvPr/>
        </p:nvSpPr>
        <p:spPr>
          <a:xfrm>
            <a:off x="5229176" y="4621925"/>
            <a:ext cx="6651531" cy="63548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en-GB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DFB4E8C7-DC0D-D669-6C81-2ADA7A14A0C4}"/>
              </a:ext>
            </a:extLst>
          </p:cNvPr>
          <p:cNvSpPr/>
          <p:nvPr/>
        </p:nvSpPr>
        <p:spPr>
          <a:xfrm>
            <a:off x="5394851" y="4707066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3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profiles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Text 41">
            <a:extLst>
              <a:ext uri="{FF2B5EF4-FFF2-40B4-BE49-F238E27FC236}">
                <a16:creationId xmlns:a16="http://schemas.microsoft.com/office/drawing/2014/main" id="{5E943753-2780-1CB0-B3ED-74C97DB4B241}"/>
              </a:ext>
            </a:extLst>
          </p:cNvPr>
          <p:cNvSpPr/>
          <p:nvPr/>
        </p:nvSpPr>
        <p:spPr>
          <a:xfrm>
            <a:off x="7159643" y="4707066"/>
            <a:ext cx="1892712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structurally impossible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Text 42">
            <a:extLst>
              <a:ext uri="{FF2B5EF4-FFF2-40B4-BE49-F238E27FC236}">
                <a16:creationId xmlns:a16="http://schemas.microsoft.com/office/drawing/2014/main" id="{A07E979E-A919-76C3-E5AD-FBD470E83788}"/>
              </a:ext>
            </a:extLst>
          </p:cNvPr>
          <p:cNvSpPr/>
          <p:nvPr/>
        </p:nvSpPr>
        <p:spPr>
          <a:xfrm>
            <a:off x="8897002" y="4707066"/>
            <a:ext cx="2217177" cy="4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6B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0%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Shape 8">
            <a:extLst>
              <a:ext uri="{FF2B5EF4-FFF2-40B4-BE49-F238E27FC236}">
                <a16:creationId xmlns:a16="http://schemas.microsoft.com/office/drawing/2014/main" id="{1422FF2F-C246-7A47-9287-66832E2D2E76}"/>
              </a:ext>
            </a:extLst>
          </p:cNvPr>
          <p:cNvSpPr/>
          <p:nvPr/>
        </p:nvSpPr>
        <p:spPr>
          <a:xfrm>
            <a:off x="231780" y="1018642"/>
            <a:ext cx="1650492" cy="1443195"/>
          </a:xfrm>
          <a:prstGeom prst="roundRect">
            <a:avLst>
              <a:gd name="adj" fmla="val 4828"/>
            </a:avLst>
          </a:prstGeom>
          <a:solidFill>
            <a:srgbClr val="F4F8FF"/>
          </a:solidFill>
          <a:ln w="12700">
            <a:solidFill>
              <a:srgbClr val="D5E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F58FE1AD-DE42-5D7B-10B6-0D7ADBBDF8F3}"/>
              </a:ext>
            </a:extLst>
          </p:cNvPr>
          <p:cNvSpPr/>
          <p:nvPr/>
        </p:nvSpPr>
        <p:spPr>
          <a:xfrm>
            <a:off x="492384" y="1041503"/>
            <a:ext cx="1325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circle shows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prevalence:</a:t>
            </a:r>
            <a:endParaRPr lang="en-US" sz="1100" dirty="0"/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64196A9F-00DD-6C12-AE47-182B846F2116}"/>
              </a:ext>
            </a:extLst>
          </p:cNvPr>
          <p:cNvSpPr/>
          <p:nvPr/>
        </p:nvSpPr>
        <p:spPr>
          <a:xfrm>
            <a:off x="528960" y="1617575"/>
            <a:ext cx="137160" cy="137160"/>
          </a:xfrm>
          <a:prstGeom prst="ellipse">
            <a:avLst/>
          </a:prstGeom>
          <a:solidFill>
            <a:srgbClr val="49B65C"/>
          </a:solidFill>
          <a:ln w="12700">
            <a:solidFill>
              <a:srgbClr val="49B6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1">
            <a:extLst>
              <a:ext uri="{FF2B5EF4-FFF2-40B4-BE49-F238E27FC236}">
                <a16:creationId xmlns:a16="http://schemas.microsoft.com/office/drawing/2014/main" id="{4A0DE2C6-021E-83C0-AAC3-C7E7AA6E3000}"/>
              </a:ext>
            </a:extLst>
          </p:cNvPr>
          <p:cNvSpPr/>
          <p:nvPr/>
        </p:nvSpPr>
        <p:spPr>
          <a:xfrm>
            <a:off x="748416" y="1571855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6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HTN: 30%</a:t>
            </a:r>
            <a:endParaRPr lang="en-US" sz="1200" dirty="0"/>
          </a:p>
        </p:txBody>
      </p:sp>
      <p:sp>
        <p:nvSpPr>
          <p:cNvPr id="115" name="Shape 12">
            <a:extLst>
              <a:ext uri="{FF2B5EF4-FFF2-40B4-BE49-F238E27FC236}">
                <a16:creationId xmlns:a16="http://schemas.microsoft.com/office/drawing/2014/main" id="{B7E051D1-146C-527C-CBA7-348F5D40BB6B}"/>
              </a:ext>
            </a:extLst>
          </p:cNvPr>
          <p:cNvSpPr/>
          <p:nvPr/>
        </p:nvSpPr>
        <p:spPr>
          <a:xfrm>
            <a:off x="528960" y="1880492"/>
            <a:ext cx="137160" cy="1371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3">
            <a:extLst>
              <a:ext uri="{FF2B5EF4-FFF2-40B4-BE49-F238E27FC236}">
                <a16:creationId xmlns:a16="http://schemas.microsoft.com/office/drawing/2014/main" id="{9908C86C-36CD-CEC3-3DC6-25F8EE1077BE}"/>
              </a:ext>
            </a:extLst>
          </p:cNvPr>
          <p:cNvSpPr/>
          <p:nvPr/>
        </p:nvSpPr>
        <p:spPr>
          <a:xfrm>
            <a:off x="748416" y="1834772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DM: 12%</a:t>
            </a:r>
            <a:endParaRPr lang="en-US" sz="1200" dirty="0"/>
          </a:p>
        </p:txBody>
      </p:sp>
      <p:sp>
        <p:nvSpPr>
          <p:cNvPr id="119" name="Shape 14">
            <a:extLst>
              <a:ext uri="{FF2B5EF4-FFF2-40B4-BE49-F238E27FC236}">
                <a16:creationId xmlns:a16="http://schemas.microsoft.com/office/drawing/2014/main" id="{E9AD428C-D496-C170-5EEB-5C0A69997DF5}"/>
              </a:ext>
            </a:extLst>
          </p:cNvPr>
          <p:cNvSpPr/>
          <p:nvPr/>
        </p:nvSpPr>
        <p:spPr>
          <a:xfrm>
            <a:off x="528960" y="2163956"/>
            <a:ext cx="137160" cy="137160"/>
          </a:xfrm>
          <a:prstGeom prst="ellipse">
            <a:avLst/>
          </a:prstGeom>
          <a:solidFill>
            <a:srgbClr val="7C3CE8"/>
          </a:solidFill>
          <a:ln w="12700">
            <a:solidFill>
              <a:srgbClr val="7C3C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BC52E30D-559F-2775-66C0-AFDCE01F8F16}"/>
              </a:ext>
            </a:extLst>
          </p:cNvPr>
          <p:cNvSpPr/>
          <p:nvPr/>
        </p:nvSpPr>
        <p:spPr>
          <a:xfrm>
            <a:off x="748416" y="2118236"/>
            <a:ext cx="1051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24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CKD: 6%</a:t>
            </a:r>
            <a:endParaRPr lang="en-US" sz="1200" dirty="0"/>
          </a:p>
        </p:txBody>
      </p:sp>
      <p:sp>
        <p:nvSpPr>
          <p:cNvPr id="123" name="Shape 29">
            <a:extLst>
              <a:ext uri="{FF2B5EF4-FFF2-40B4-BE49-F238E27FC236}">
                <a16:creationId xmlns:a16="http://schemas.microsoft.com/office/drawing/2014/main" id="{6300082C-E398-ABB9-E742-618A1F32A539}"/>
              </a:ext>
            </a:extLst>
          </p:cNvPr>
          <p:cNvSpPr/>
          <p:nvPr/>
        </p:nvSpPr>
        <p:spPr>
          <a:xfrm>
            <a:off x="3103120" y="2057304"/>
            <a:ext cx="1746239" cy="455030"/>
          </a:xfrm>
          <a:prstGeom prst="roundRect">
            <a:avLst>
              <a:gd name="adj" fmla="val 11111"/>
            </a:avLst>
          </a:prstGeom>
          <a:solidFill>
            <a:srgbClr val="F4F8FF"/>
          </a:solidFill>
          <a:ln w="12700">
            <a:solidFill>
              <a:srgbClr val="D5E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30">
            <a:extLst>
              <a:ext uri="{FF2B5EF4-FFF2-40B4-BE49-F238E27FC236}">
                <a16:creationId xmlns:a16="http://schemas.microsoft.com/office/drawing/2014/main" id="{2529DA65-6E97-F339-832D-4CCEFC18B1B4}"/>
              </a:ext>
            </a:extLst>
          </p:cNvPr>
          <p:cNvSpPr/>
          <p:nvPr/>
        </p:nvSpPr>
        <p:spPr>
          <a:xfrm>
            <a:off x="3103120" y="1954550"/>
            <a:ext cx="1746239" cy="6013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C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C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conditions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94458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818C06-B4DB-696B-C851-7E6A7749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1" y="1421954"/>
            <a:ext cx="9700369" cy="5218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0ADACE-8272-1EC5-E777-0452429CDC19}"/>
              </a:ext>
            </a:extLst>
          </p:cNvPr>
          <p:cNvSpPr txBox="1"/>
          <p:nvPr/>
        </p:nvSpPr>
        <p:spPr>
          <a:xfrm>
            <a:off x="477078" y="323152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Scenario range under independence and maximum clustering– true prevalence lies between the two scenarios</a:t>
            </a:r>
          </a:p>
        </p:txBody>
      </p:sp>
    </p:spTree>
    <p:extLst>
      <p:ext uri="{BB962C8B-B14F-4D97-AF65-F5344CB8AC3E}">
        <p14:creationId xmlns:p14="http://schemas.microsoft.com/office/powerpoint/2010/main" val="4239502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2">
            <a:extLst>
              <a:ext uri="{FF2B5EF4-FFF2-40B4-BE49-F238E27FC236}">
                <a16:creationId xmlns:a16="http://schemas.microsoft.com/office/drawing/2014/main" id="{E4E38CC4-0CE2-F379-2BC4-36E491C34FF8}"/>
              </a:ext>
            </a:extLst>
          </p:cNvPr>
          <p:cNvSpPr/>
          <p:nvPr/>
        </p:nvSpPr>
        <p:spPr>
          <a:xfrm>
            <a:off x="1758895" y="1525988"/>
            <a:ext cx="7040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band example: 60–79 years</a:t>
            </a:r>
            <a:endParaRPr lang="en-US" sz="160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0AD8EC73-E461-BC18-1F5B-ECCA79D05C61}"/>
              </a:ext>
            </a:extLst>
          </p:cNvPr>
          <p:cNvSpPr/>
          <p:nvPr/>
        </p:nvSpPr>
        <p:spPr>
          <a:xfrm>
            <a:off x="1987495" y="3126188"/>
            <a:ext cx="63550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BA213E3A-A435-CC8A-2ABF-1043E1E1BCEC}"/>
              </a:ext>
            </a:extLst>
          </p:cNvPr>
          <p:cNvSpPr/>
          <p:nvPr/>
        </p:nvSpPr>
        <p:spPr>
          <a:xfrm>
            <a:off x="1877767" y="3016460"/>
            <a:ext cx="219456" cy="219456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80045DEE-9EB4-FC71-6802-D3088487D93C}"/>
              </a:ext>
            </a:extLst>
          </p:cNvPr>
          <p:cNvSpPr/>
          <p:nvPr/>
        </p:nvSpPr>
        <p:spPr>
          <a:xfrm>
            <a:off x="6176164" y="3016460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5160FCA7-3C14-4114-D692-3F1B282ECA3D}"/>
              </a:ext>
            </a:extLst>
          </p:cNvPr>
          <p:cNvSpPr/>
          <p:nvPr/>
        </p:nvSpPr>
        <p:spPr>
          <a:xfrm>
            <a:off x="5506608" y="2636984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F"/>
                </a:solidFill>
                <a:ea typeface="Arial" pitchFamily="34" charset="-122"/>
                <a:cs typeface="Arial" pitchFamily="34" charset="-120"/>
              </a:rPr>
              <a:t>Observed</a:t>
            </a:r>
            <a:endParaRPr lang="en-US" sz="14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C8C78D9C-69B0-7F86-4D72-44FB009B482E}"/>
              </a:ext>
            </a:extLst>
          </p:cNvPr>
          <p:cNvSpPr/>
          <p:nvPr/>
        </p:nvSpPr>
        <p:spPr>
          <a:xfrm>
            <a:off x="5664100" y="2838152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ea typeface="Arial" pitchFamily="34" charset="-122"/>
                <a:cs typeface="Arial" pitchFamily="34" charset="-120"/>
              </a:rPr>
              <a:t>P(≥2)=10.24%</a:t>
            </a:r>
            <a:endParaRPr lang="en-US" sz="14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3DEDB4A7-5BFC-18D9-184C-97A81B97D959}"/>
              </a:ext>
            </a:extLst>
          </p:cNvPr>
          <p:cNvSpPr/>
          <p:nvPr/>
        </p:nvSpPr>
        <p:spPr>
          <a:xfrm>
            <a:off x="8232847" y="301646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D3D7BFAA-7F19-224F-5306-07E54A98F2DF}"/>
              </a:ext>
            </a:extLst>
          </p:cNvPr>
          <p:cNvSpPr/>
          <p:nvPr/>
        </p:nvSpPr>
        <p:spPr>
          <a:xfrm>
            <a:off x="7519615" y="3336499"/>
            <a:ext cx="2212238" cy="28345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F"/>
                </a:solidFill>
                <a:ea typeface="Arial" pitchFamily="34" charset="-122"/>
                <a:cs typeface="Arial" pitchFamily="34" charset="-120"/>
              </a:rPr>
              <a:t>Maximum clustering assumption</a:t>
            </a:r>
            <a:endParaRPr lang="en-US" sz="14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57C934FD-9745-4FD7-D6D9-07C04BE5879C}"/>
              </a:ext>
            </a:extLst>
          </p:cNvPr>
          <p:cNvSpPr/>
          <p:nvPr/>
        </p:nvSpPr>
        <p:spPr>
          <a:xfrm>
            <a:off x="7611055" y="3601676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ea typeface="Arial" pitchFamily="34" charset="-122"/>
                <a:cs typeface="Arial" pitchFamily="34" charset="-120"/>
              </a:rPr>
              <a:t>P(≥2)=13.13%</a:t>
            </a:r>
            <a:endParaRPr lang="en-US" sz="140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9D6F74BB-45CF-FC74-3BC6-C43A0B831E78}"/>
              </a:ext>
            </a:extLst>
          </p:cNvPr>
          <p:cNvSpPr/>
          <p:nvPr/>
        </p:nvSpPr>
        <p:spPr>
          <a:xfrm>
            <a:off x="1987495" y="2623268"/>
            <a:ext cx="4298397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 sz="140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F89E129-5993-7683-BC53-CC95ECB79882}"/>
              </a:ext>
            </a:extLst>
          </p:cNvPr>
          <p:cNvSpPr/>
          <p:nvPr/>
        </p:nvSpPr>
        <p:spPr>
          <a:xfrm>
            <a:off x="3083808" y="2188926"/>
            <a:ext cx="3311812" cy="24230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ea typeface="Arial" pitchFamily="34" charset="-122"/>
                <a:cs typeface="Arial" pitchFamily="34" charset="-120"/>
              </a:rPr>
              <a:t>Observed − independence = 6.04 pp</a:t>
            </a:r>
            <a:endParaRPr lang="en-US" sz="14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ECBF8E0-8BF9-BAE7-C888-409A00447E0B}"/>
              </a:ext>
            </a:extLst>
          </p:cNvPr>
          <p:cNvSpPr/>
          <p:nvPr/>
        </p:nvSpPr>
        <p:spPr>
          <a:xfrm>
            <a:off x="1987495" y="4040588"/>
            <a:ext cx="63550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0D34FE5-FC9C-611A-974A-B5CCE665D14D}"/>
              </a:ext>
            </a:extLst>
          </p:cNvPr>
          <p:cNvSpPr/>
          <p:nvPr/>
        </p:nvSpPr>
        <p:spPr>
          <a:xfrm>
            <a:off x="3496585" y="4150315"/>
            <a:ext cx="3655943" cy="3246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ea typeface="Arial" pitchFamily="34" charset="-122"/>
                <a:cs typeface="Arial" pitchFamily="34" charset="-120"/>
              </a:rPr>
              <a:t>Maximum − independence = 8.93 pp</a:t>
            </a:r>
            <a:endParaRPr lang="en-US" sz="14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949C486-9112-4D7A-2BAC-97468BBC5D6B}"/>
              </a:ext>
            </a:extLst>
          </p:cNvPr>
          <p:cNvSpPr/>
          <p:nvPr/>
        </p:nvSpPr>
        <p:spPr>
          <a:xfrm>
            <a:off x="2078935" y="4973276"/>
            <a:ext cx="6446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(Observed − Independence) / (Maximum − Independence)</a:t>
            </a:r>
            <a:endParaRPr lang="en-US" sz="15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C07CCD62-9D3C-AAB0-F018-37E4DAB2AF92}"/>
              </a:ext>
            </a:extLst>
          </p:cNvPr>
          <p:cNvSpPr/>
          <p:nvPr/>
        </p:nvSpPr>
        <p:spPr>
          <a:xfrm>
            <a:off x="2078935" y="5348180"/>
            <a:ext cx="6446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(10.24 − 4.20) / (13.13 − 4.20) = 0.676</a:t>
            </a:r>
            <a:endParaRPr lang="en-US" sz="15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EA48C4-D7A4-AEDB-33D0-1E9A6DD1F270}"/>
              </a:ext>
            </a:extLst>
          </p:cNvPr>
          <p:cNvSpPr txBox="1"/>
          <p:nvPr/>
        </p:nvSpPr>
        <p:spPr>
          <a:xfrm>
            <a:off x="477078" y="323152"/>
            <a:ext cx="11237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Estimating age-specific clustering weight using SINAN data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F2C1C6-F540-6685-45CD-974C6496BCC3}"/>
              </a:ext>
            </a:extLst>
          </p:cNvPr>
          <p:cNvSpPr/>
          <p:nvPr/>
        </p:nvSpPr>
        <p:spPr>
          <a:xfrm>
            <a:off x="5506608" y="2486096"/>
            <a:ext cx="1620532" cy="1133867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772FE0-844F-FA52-DCC5-3D1437D3C860}"/>
              </a:ext>
            </a:extLst>
          </p:cNvPr>
          <p:cNvCxnSpPr>
            <a:cxnSpLocks/>
            <a:endCxn id="40" idx="3"/>
          </p:cNvCxnSpPr>
          <p:nvPr/>
        </p:nvCxnSpPr>
        <p:spPr>
          <a:xfrm flipH="1">
            <a:off x="7127140" y="2006048"/>
            <a:ext cx="1672635" cy="10469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3DAEA25-D5A2-4FE6-4224-5097A386DD76}"/>
              </a:ext>
            </a:extLst>
          </p:cNvPr>
          <p:cNvSpPr txBox="1"/>
          <p:nvPr/>
        </p:nvSpPr>
        <p:spPr>
          <a:xfrm>
            <a:off x="8810708" y="1695651"/>
            <a:ext cx="29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SINAN based estimation </a:t>
            </a: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6811D96F-C4E8-8783-1D9C-747B4B99A494}"/>
              </a:ext>
            </a:extLst>
          </p:cNvPr>
          <p:cNvSpPr/>
          <p:nvPr/>
        </p:nvSpPr>
        <p:spPr>
          <a:xfrm>
            <a:off x="889784" y="3268664"/>
            <a:ext cx="2414877" cy="2925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F"/>
                </a:solidFill>
                <a:ea typeface="Arial" pitchFamily="34" charset="-122"/>
                <a:cs typeface="Arial" pitchFamily="34" charset="-120"/>
              </a:rPr>
              <a:t>Independence assumption</a:t>
            </a:r>
            <a:endParaRPr lang="en-US" sz="14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1B26EEC2-60CF-6436-604E-5CECB044CAF0}"/>
              </a:ext>
            </a:extLst>
          </p:cNvPr>
          <p:cNvSpPr/>
          <p:nvPr/>
        </p:nvSpPr>
        <p:spPr>
          <a:xfrm>
            <a:off x="1347415" y="3510236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ea typeface="Arial" pitchFamily="34" charset="-122"/>
                <a:cs typeface="Arial" pitchFamily="34" charset="-120"/>
              </a:rPr>
              <a:t>P(≥2)=4.20%</a:t>
            </a:r>
            <a:endParaRPr 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455BFB-1D29-DD74-1E03-A1416777F894}"/>
              </a:ext>
            </a:extLst>
          </p:cNvPr>
          <p:cNvSpPr txBox="1"/>
          <p:nvPr/>
        </p:nvSpPr>
        <p:spPr>
          <a:xfrm>
            <a:off x="9292544" y="4185778"/>
            <a:ext cx="29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GBD based estimation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822EBB-0BB7-CDFF-FD90-7C76A87528EC}"/>
              </a:ext>
            </a:extLst>
          </p:cNvPr>
          <p:cNvSpPr txBox="1"/>
          <p:nvPr/>
        </p:nvSpPr>
        <p:spPr>
          <a:xfrm>
            <a:off x="141268" y="4230556"/>
            <a:ext cx="256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GBD based estimation 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7427E01-CD62-D0C8-2EF6-A48EAE6862B5}"/>
              </a:ext>
            </a:extLst>
          </p:cNvPr>
          <p:cNvCxnSpPr>
            <a:stCxn id="51" idx="0"/>
            <a:endCxn id="21" idx="3"/>
          </p:cNvCxnSpPr>
          <p:nvPr/>
        </p:nvCxnSpPr>
        <p:spPr>
          <a:xfrm flipH="1" flipV="1">
            <a:off x="9074095" y="3715976"/>
            <a:ext cx="1670556" cy="469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90D60F1-E7A9-075A-275B-80860D18BE33}"/>
              </a:ext>
            </a:extLst>
          </p:cNvPr>
          <p:cNvCxnSpPr>
            <a:cxnSpLocks/>
          </p:cNvCxnSpPr>
          <p:nvPr/>
        </p:nvCxnSpPr>
        <p:spPr>
          <a:xfrm flipV="1">
            <a:off x="893402" y="3734548"/>
            <a:ext cx="656579" cy="491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055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627D7-A742-A135-7133-000753FF894B}"/>
              </a:ext>
            </a:extLst>
          </p:cNvPr>
          <p:cNvSpPr txBox="1"/>
          <p:nvPr/>
        </p:nvSpPr>
        <p:spPr>
          <a:xfrm>
            <a:off x="477078" y="196975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Clustering ratio: (currently) based on SINAN data – </a:t>
            </a:r>
            <a:r>
              <a:rPr lang="en-GB" sz="2800" b="1" dirty="0">
                <a:solidFill>
                  <a:srgbClr val="FF0000"/>
                </a:solidFill>
              </a:rPr>
              <a:t>will be later replaced by survey data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2B4FB5-B355-C060-A986-54FFFD0EB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02" y="1387698"/>
            <a:ext cx="6547014" cy="4909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A01609-DEA5-D8B9-5C3B-C46DBB491011}"/>
              </a:ext>
            </a:extLst>
          </p:cNvPr>
          <p:cNvSpPr txBox="1"/>
          <p:nvPr/>
        </p:nvSpPr>
        <p:spPr>
          <a:xfrm>
            <a:off x="7792278" y="2782669"/>
            <a:ext cx="4399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Age-specific clustering weight derived from the prevalence of ≥2 conditions in Brazil SINAN</a:t>
            </a:r>
          </a:p>
        </p:txBody>
      </p:sp>
    </p:spTree>
    <p:extLst>
      <p:ext uri="{BB962C8B-B14F-4D97-AF65-F5344CB8AC3E}">
        <p14:creationId xmlns:p14="http://schemas.microsoft.com/office/powerpoint/2010/main" val="1676714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C051A8-D468-CB49-F632-7BB0DC169DD7}"/>
              </a:ext>
            </a:extLst>
          </p:cNvPr>
          <p:cNvSpPr txBox="1"/>
          <p:nvPr/>
        </p:nvSpPr>
        <p:spPr>
          <a:xfrm>
            <a:off x="477078" y="153230"/>
            <a:ext cx="1123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Calibrated profile specific prevalence by age group in general population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99521E-251A-1C24-F95F-A8D3C3A8E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" y="1412806"/>
            <a:ext cx="7832035" cy="47079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14">
                <a:extLst>
                  <a:ext uri="{FF2B5EF4-FFF2-40B4-BE49-F238E27FC236}">
                    <a16:creationId xmlns:a16="http://schemas.microsoft.com/office/drawing/2014/main" id="{4CF799B8-104C-261B-BE4C-35B0718EEF8F}"/>
                  </a:ext>
                </a:extLst>
              </p:cNvPr>
              <p:cNvSpPr/>
              <p:nvPr/>
            </p:nvSpPr>
            <p:spPr>
              <a:xfrm>
                <a:off x="8284047" y="2268369"/>
                <a:ext cx="3816513" cy="954107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ar-AE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ar-AE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ar-AE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ar-AE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𝒂</m:t>
                          </m:r>
                        </m:e>
                      </m:d>
                      <m:r>
                        <a:rPr lang="ar-AE" sz="2000" b="1" i="1" dirty="0" smtClean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</m:t>
                      </m:r>
                      <m:d>
                        <m:dPr>
                          <m:ctrlP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𝟏</m:t>
                          </m:r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 − </m:t>
                          </m:r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𝝀</m:t>
                          </m:r>
                        </m:e>
                      </m:d>
                      <m:sSubSup>
                        <m:sSubSupPr>
                          <m:ctrlP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𝒈</m:t>
                          </m:r>
                        </m:sub>
                        <m:sup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𝒊𝒏𝒅</m:t>
                          </m:r>
                        </m:sup>
                      </m:sSubSup>
                      <m:d>
                        <m:dPr>
                          <m:ctrlP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𝒂</m:t>
                          </m:r>
                        </m:e>
                      </m:d>
                      <m:r>
                        <a:rPr lang="en-GB" sz="2000" b="1" i="1" dirty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+</m:t>
                      </m:r>
                      <m:r>
                        <a:rPr lang="en-GB" sz="2000" b="1" i="1" dirty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𝝀</m:t>
                      </m:r>
                      <m:sSubSup>
                        <m:sSubSupPr>
                          <m:ctrlP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𝒈</m:t>
                          </m:r>
                        </m:sub>
                        <m:sup>
                          <m:r>
                            <a:rPr lang="en-GB" sz="2000" b="1" i="1" dirty="0" smtClean="0">
                              <a:solidFill>
                                <a:srgbClr val="20304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-120"/>
                            </a:rPr>
                            <m:t>𝒎𝒂𝒙</m:t>
                          </m:r>
                        </m:sup>
                      </m:sSubSup>
                      <m:r>
                        <a:rPr lang="en-GB" sz="2000" b="1" i="1" dirty="0" smtClean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(</m:t>
                      </m:r>
                      <m:r>
                        <a:rPr lang="en-GB" sz="2000" b="1" i="1" dirty="0" smtClean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𝒂</m:t>
                      </m:r>
                      <m:r>
                        <a:rPr lang="en-GB" sz="2000" b="1" i="1" dirty="0" smtClean="0">
                          <a:solidFill>
                            <a:srgbClr val="20304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ar-AE" dirty="0"/>
              </a:p>
              <a:p>
                <a:endParaRPr dirty="0"/>
              </a:p>
            </p:txBody>
          </p:sp>
        </mc:Choice>
        <mc:Fallback>
          <p:sp>
            <p:nvSpPr>
              <p:cNvPr id="9" name="Text 14">
                <a:extLst>
                  <a:ext uri="{FF2B5EF4-FFF2-40B4-BE49-F238E27FC236}">
                    <a16:creationId xmlns:a16="http://schemas.microsoft.com/office/drawing/2014/main" id="{4CF799B8-104C-261B-BE4C-35B0718EE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047" y="2268369"/>
                <a:ext cx="3816513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595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6D72-B298-4815-94C8-0CD97F37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4618E-9B9A-0D8E-C70F-684642337A90}"/>
              </a:ext>
            </a:extLst>
          </p:cNvPr>
          <p:cNvSpPr txBox="1"/>
          <p:nvPr/>
        </p:nvSpPr>
        <p:spPr>
          <a:xfrm>
            <a:off x="437322" y="238539"/>
            <a:ext cx="11237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True level of clustering? (adjustment factor)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0FCC2-ACF1-7EBE-185C-E2E7AFEF7841}"/>
              </a:ext>
            </a:extLst>
          </p:cNvPr>
          <p:cNvSpPr txBox="1"/>
          <p:nvPr/>
        </p:nvSpPr>
        <p:spPr>
          <a:xfrm>
            <a:off x="563217" y="1550505"/>
            <a:ext cx="110655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To what extent do DM, hypertension, and CKD cluster in the general population relative to the independence and maximum-clustering scenarios?</a:t>
            </a:r>
          </a:p>
          <a:p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Does general-population individual survey from Brazil and other Latin countries record these three conditions across all ages?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If yes, we can estimate age-specific observed 8 profile prevalence which can be used as a dependence structure</a:t>
            </a:r>
          </a:p>
        </p:txBody>
      </p:sp>
    </p:spTree>
    <p:extLst>
      <p:ext uri="{BB962C8B-B14F-4D97-AF65-F5344CB8AC3E}">
        <p14:creationId xmlns:p14="http://schemas.microsoft.com/office/powerpoint/2010/main" val="2195872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6A93A9-7E99-6980-04AE-675EC455D1ED}"/>
              </a:ext>
            </a:extLst>
          </p:cNvPr>
          <p:cNvSpPr txBox="1"/>
          <p:nvPr/>
        </p:nvSpPr>
        <p:spPr>
          <a:xfrm>
            <a:off x="558800" y="1120676"/>
            <a:ext cx="101981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dirty="0">
                <a:latin typeface="+mn-lt"/>
              </a:rPr>
              <a:t>SINAN based CKD patients vs. </a:t>
            </a:r>
            <a:r>
              <a:rPr lang="en-GB" dirty="0"/>
              <a:t>GBD-based CKD patients</a:t>
            </a:r>
          </a:p>
          <a:p>
            <a:pPr rtl="0"/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Average risk of severe chikungunya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GBD patients involve kidney problem patients with milder symptoms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Different selection mechanism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GBD prevalence reaches ~69% at age 90+ in Brazil, while SINAN-recorded CKD among chikungunya cases stays under 2% even at the oldest 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Current assumption: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RR is constant across the full CKD severity spectrum (milder symptoms from GBD and more </a:t>
            </a:r>
            <a:r>
              <a:rPr lang="en-GB"/>
              <a:t>severe symptoms in SINAN)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BFA43-B70D-EBCA-282B-B9D83C56D40C}"/>
              </a:ext>
            </a:extLst>
          </p:cNvPr>
          <p:cNvSpPr txBox="1"/>
          <p:nvPr/>
        </p:nvSpPr>
        <p:spPr>
          <a:xfrm>
            <a:off x="437322" y="238539"/>
            <a:ext cx="11237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Definition of CKD</a:t>
            </a:r>
          </a:p>
        </p:txBody>
      </p:sp>
    </p:spTree>
    <p:extLst>
      <p:ext uri="{BB962C8B-B14F-4D97-AF65-F5344CB8AC3E}">
        <p14:creationId xmlns:p14="http://schemas.microsoft.com/office/powerpoint/2010/main" val="667549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8D7C5-A128-AA24-8119-D160CD7EEF75}"/>
              </a:ext>
            </a:extLst>
          </p:cNvPr>
          <p:cNvSpPr txBox="1"/>
          <p:nvPr/>
        </p:nvSpPr>
        <p:spPr>
          <a:xfrm>
            <a:off x="583096" y="530087"/>
            <a:ext cx="108402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400" b="1" dirty="0"/>
              <a:t>Next step</a:t>
            </a:r>
          </a:p>
          <a:p>
            <a:pPr lvl="1"/>
            <a:endParaRPr lang="en-GB" sz="24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Country level general population individual-level survey data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Estimate country level age specific background prevalence using individual level survey data calibration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Link estimated standardised RR + background prevalence + FOI to estimate burden </a:t>
            </a:r>
          </a:p>
        </p:txBody>
      </p:sp>
    </p:spTree>
    <p:extLst>
      <p:ext uri="{BB962C8B-B14F-4D97-AF65-F5344CB8AC3E}">
        <p14:creationId xmlns:p14="http://schemas.microsoft.com/office/powerpoint/2010/main" val="334417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4734</TotalTime>
  <Words>3139</Words>
  <Application>Microsoft Office PowerPoint</Application>
  <PresentationFormat>와이드스크린</PresentationFormat>
  <Paragraphs>510</Paragraphs>
  <Slides>49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Malgun Gothic</vt:lpstr>
      <vt:lpstr>Aptos</vt:lpstr>
      <vt:lpstr>Aptos Display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효림 강</dc:creator>
  <cp:lastModifiedBy>효림 강</cp:lastModifiedBy>
  <cp:revision>2</cp:revision>
  <dcterms:created xsi:type="dcterms:W3CDTF">2026-09-03T07:00:15Z</dcterms:created>
  <dcterms:modified xsi:type="dcterms:W3CDTF">2026-10-09T04:10:09Z</dcterms:modified>
</cp:coreProperties>
</file>